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3"/>
  </p:notesMasterIdLst>
  <p:sldIdLst>
    <p:sldId id="427" r:id="rId2"/>
    <p:sldId id="267" r:id="rId3"/>
    <p:sldId id="383" r:id="rId4"/>
    <p:sldId id="426" r:id="rId5"/>
    <p:sldId id="362" r:id="rId6"/>
    <p:sldId id="428" r:id="rId7"/>
    <p:sldId id="360" r:id="rId8"/>
    <p:sldId id="429" r:id="rId9"/>
    <p:sldId id="363" r:id="rId10"/>
    <p:sldId id="386" r:id="rId11"/>
    <p:sldId id="430" r:id="rId12"/>
    <p:sldId id="377" r:id="rId13"/>
    <p:sldId id="381" r:id="rId14"/>
    <p:sldId id="353" r:id="rId15"/>
    <p:sldId id="354" r:id="rId16"/>
    <p:sldId id="355" r:id="rId17"/>
    <p:sldId id="356" r:id="rId18"/>
    <p:sldId id="357" r:id="rId19"/>
    <p:sldId id="358" r:id="rId20"/>
    <p:sldId id="378" r:id="rId21"/>
    <p:sldId id="379"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4F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21"/>
    <p:restoredTop sz="82079" autoAdjust="0"/>
  </p:normalViewPr>
  <p:slideViewPr>
    <p:cSldViewPr snapToGrid="0" snapToObjects="1">
      <p:cViewPr varScale="1">
        <p:scale>
          <a:sx n="103" d="100"/>
          <a:sy n="103" d="100"/>
        </p:scale>
        <p:origin x="1304" y="184"/>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CE3E0E-5307-4078-8BF3-F7484A58D610}" type="datetimeFigureOut">
              <a:rPr lang="en-US" smtClean="0"/>
              <a:t>11/3/25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C361D7-EEA1-4B68-95F1-94CD22C478E0}" type="slidenum">
              <a:rPr lang="en-US" smtClean="0"/>
              <a:t>‹#›</a:t>
            </a:fld>
            <a:endParaRPr lang="en-US"/>
          </a:p>
        </p:txBody>
      </p:sp>
    </p:spTree>
    <p:extLst>
      <p:ext uri="{BB962C8B-B14F-4D97-AF65-F5344CB8AC3E}">
        <p14:creationId xmlns:p14="http://schemas.microsoft.com/office/powerpoint/2010/main" val="1636792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E343: Week 11 Day 1 — Basic Multiplication &amp; Division Fact Instruction</a:t>
            </a:r>
          </a:p>
          <a:p>
            <a:r>
              <a:rPr lang="en-US" dirty="0" b="1"/>
              <a:t>Focus:</a:t>
            </a:r>
            <a:r>
              <a:rPr lang="en-US" dirty="0"/>
              <a:t xml:space="preserve"> Building fluency in basic multiplication and division facts through conceptual understanding and strategy instruction (Van de Walle, Chapter 10, pp. 204-216).</a:t>
            </a:r>
          </a:p>
          <a:p>
            <a:r>
              <a:rPr lang="en-US" dirty="0" b="1"/>
              <a:t>Welcome:</a:t>
            </a:r>
            <a:r>
              <a:rPr lang="en-US" dirty="0"/>
              <a:t xml:space="preserve"> Begin with a warm greeting. Acknowledge that fact fluency is critical for upper elementary success. Students who struggle with multiplication facts often avoid mathematics entirely. Today, we’ll explore research-based strategies to help all students develop both conceptual understanding and computational fluency.</a:t>
            </a:r>
          </a:p>
          <a:p>
            <a:r>
              <a:rPr lang="en-US" dirty="0" b="1"/>
              <a:t>Key Concept:</a:t>
            </a:r>
            <a:r>
              <a:rPr lang="en-US" dirty="0"/>
              <a:t xml:space="preserve"> Today is about teaching multiplication and division as strategies, not memorization through drill. We’ll focus on how arrays, area models, and decomposition help students understand WHY 6 × 7 = 42, not just that it does.</a:t>
            </a:r>
          </a:p>
        </p:txBody>
      </p:sp>
      <p:sp>
        <p:nvSpPr>
          <p:cNvPr id="4" name="Slide Number Placeholder 3"/>
          <p:cNvSpPr>
            <a:spLocks noGrp="1"/>
          </p:cNvSpPr>
          <p:nvPr>
            <p:ph type="sldNum" sz="quarter" idx="10"/>
          </p:nvPr>
        </p:nvSpPr>
        <p:spPr/>
        <p:txBody>
          <a:bodyPr/>
          <a:lstStyle/>
          <a:p>
            <a:fld id="{0F8577B6-16C1-444A-BE6E-635ED757875E}" type="slidenum">
              <a:rPr lang="en-US" smtClean="0"/>
              <a:t>2</a:t>
            </a:fld>
            <a:endParaRPr lang="en-US"/>
          </a:p>
        </p:txBody>
      </p:sp>
    </p:spTree>
    <p:extLst>
      <p:ext uri="{BB962C8B-B14F-4D97-AF65-F5344CB8AC3E}">
        <p14:creationId xmlns:p14="http://schemas.microsoft.com/office/powerpoint/2010/main" val="4946103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Agenda Overview (5-7 minutes):</a:t>
            </a:r>
          </a:p>
          <a:p>
            <a:r>
              <a:rPr lang="en-US" dirty="0" b="1"/>
              <a:t>1. Finish Problem Types:</a:t>
            </a:r>
            <a:r>
              <a:rPr lang="en-US" dirty="0"/>
              <a:t xml:space="preserve"> Briefly review problem structures with unknown in different positions. This scaffolds students’ thinking about how multiplication can be interpreted in context.</a:t>
            </a:r>
          </a:p>
          <a:p>
            <a:r>
              <a:rPr lang="en-US" dirty="0" b="1"/>
              <a:t>2. Analyze Basic Fact Instruction Strategies:</a:t>
            </a:r>
            <a:r>
              <a:rPr lang="en-US" dirty="0"/>
              <a:t xml:space="preserve"> Explore strategies like doubling, distributive property, and area models. Reference Van de Walle pp. 204-216 for evidence-based guidance on which strategies to teach first.</a:t>
            </a:r>
          </a:p>
          <a:p>
            <a:r>
              <a:rPr lang="en-US" dirty="0" b="1"/>
              <a:t>3. Plan Your Instruction:</a:t>
            </a:r>
            <a:r>
              <a:rPr lang="en-US" dirty="0"/>
              <a:t xml:space="preserve"> Work collaboratively to create a detailed lesson plan (p. 25-29 of packet) showing how you would teach 1-2 multiplication facts using the strategies we discuss.</a:t>
            </a:r>
          </a:p>
          <a:p>
            <a:r>
              <a:rPr lang="en-US" dirty="0" b="1"/>
              <a:t>Timing Tip:</a:t>
            </a:r>
            <a:r>
              <a:rPr lang="en-US" dirty="0"/>
              <a:t xml:space="preserve"> Keep this agenda brief; the main work happens in the activities that follow.</a:t>
            </a:r>
          </a:p>
        </p:txBody>
      </p:sp>
      <p:sp>
        <p:nvSpPr>
          <p:cNvPr id="4" name="Slide Number Placeholder 3"/>
          <p:cNvSpPr>
            <a:spLocks noGrp="1"/>
          </p:cNvSpPr>
          <p:nvPr>
            <p:ph type="sldNum" sz="quarter" idx="5"/>
          </p:nvPr>
        </p:nvSpPr>
        <p:spPr/>
        <p:txBody>
          <a:bodyPr/>
          <a:lstStyle/>
          <a:p>
            <a:fld id="{BAC361D7-EEA1-4B68-95F1-94CD22C478E0}" type="slidenum">
              <a:rPr lang="en-US" smtClean="0"/>
              <a:t>6</a:t>
            </a:fld>
            <a:endParaRPr lang="en-US"/>
          </a:p>
        </p:txBody>
      </p:sp>
    </p:spTree>
    <p:extLst>
      <p:ext uri="{BB962C8B-B14F-4D97-AF65-F5344CB8AC3E}">
        <p14:creationId xmlns:p14="http://schemas.microsoft.com/office/powerpoint/2010/main" val="17154899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Problem Types and Unknown Parts (3-5 minutes)</a:t>
            </a:r>
          </a:p>
          <a:p>
            <a:r>
              <a:rPr lang="en-US" dirty="0" b="1"/>
              <a:t>Discussion Points:</a:t>
            </a:r>
          </a:p>
          <a:p>
            <a:r>
              <a:rPr lang="en-US" dirty="0"/>
              <a:t>• Show Unit 3 Packet p. 18 which categorizes multiplication problems by unknown position (product unknown, group size unknown, number of groups unknown).</a:t>
            </a:r>
          </a:p>
          <a:p>
            <a:r>
              <a:rPr lang="en-US" dirty="0"/>
              <a:t>• Explain: Students need to understand that 4 × 6 and 6 × 4 can represent different real-world situations, even though the answer is the same. This is foundational for division.</a:t>
            </a:r>
          </a:p>
          <a:p>
            <a:r>
              <a:rPr lang="en-US" dirty="0"/>
              <a:t>• Note: These problem types connect to how students will develop division as the inverse of multiplication.</a:t>
            </a:r>
          </a:p>
          <a:p>
            <a:r>
              <a:rPr lang="en-US" dirty="0" b="1"/>
              <a:t>Pedagogical Tip:</a:t>
            </a:r>
            <a:r>
              <a:rPr lang="en-US" dirty="0"/>
              <a:t xml:space="preserve"> Don’t spend too long here; this is context-setting. Move to strategies quickly.</a:t>
            </a:r>
          </a:p>
        </p:txBody>
      </p:sp>
      <p:sp>
        <p:nvSpPr>
          <p:cNvPr id="4" name="Slide Number Placeholder 3"/>
          <p:cNvSpPr>
            <a:spLocks noGrp="1"/>
          </p:cNvSpPr>
          <p:nvPr>
            <p:ph type="sldNum" sz="quarter" idx="5"/>
          </p:nvPr>
        </p:nvSpPr>
        <p:spPr/>
        <p:txBody>
          <a:bodyPr/>
          <a:lstStyle/>
          <a:p>
            <a:fld id="{BAC361D7-EEA1-4B68-95F1-94CD22C478E0}" type="slidenum">
              <a:rPr lang="en-US" smtClean="0"/>
              <a:t>7</a:t>
            </a:fld>
            <a:endParaRPr lang="en-US"/>
          </a:p>
        </p:txBody>
      </p:sp>
    </p:spTree>
    <p:extLst>
      <p:ext uri="{BB962C8B-B14F-4D97-AF65-F5344CB8AC3E}">
        <p14:creationId xmlns:p14="http://schemas.microsoft.com/office/powerpoint/2010/main" val="3962492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A48FA-DB13-C9B3-2306-956F7471F4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5EC0AA-EE84-FEDA-1B1E-63FF3E77EE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5C5314-4EEC-E66F-FAA5-5A1F88990CB5}"/>
              </a:ext>
            </a:extLst>
          </p:cNvPr>
          <p:cNvSpPr>
            <a:spLocks noGrp="1"/>
          </p:cNvSpPr>
          <p:nvPr>
            <p:ph type="body" idx="1"/>
          </p:nvPr>
        </p:nvSpPr>
        <p:spPr/>
        <p:txBody>
          <a:bodyPr/>
          <a:lstStyle/>
          <a:p>
            <a:r>
              <a:rPr lang="en-US" dirty="0" b="1"/>
              <a:t>Unit 3 Packet Reference (p. 18 screenshot)</a:t>
            </a:r>
          </a:p>
          <a:p>
            <a:r>
              <a:rPr lang="en-US" dirty="0" b="1"/>
              <a:t>What Students See:</a:t>
            </a:r>
            <a:r>
              <a:rPr lang="en-US" dirty="0"/>
              <a:t xml:space="preserve"> This slide displays the problem types framework from your course packet. It visually categorizes three types of multiplication situations: product unknown, group size unknown, and number of groups unknown.</a:t>
            </a:r>
          </a:p>
          <a:p>
            <a:r>
              <a:rPr lang="en-US" dirty="0" b="1"/>
              <a:t>Talking Points:</a:t>
            </a:r>
          </a:p>
          <a:p>
            <a:r>
              <a:rPr lang="en-US" dirty="0"/>
              <a:t>• Point out that product unknown (“6 groups of 7 beans”) is most common in instruction.</a:t>
            </a:r>
          </a:p>
          <a:p>
            <a:r>
              <a:rPr lang="en-US" dirty="0"/>
              <a:t>• Note that division naturally arises from the other two problem types.</a:t>
            </a:r>
          </a:p>
          <a:p>
            <a:r>
              <a:rPr lang="en-US" dirty="0"/>
              <a:t>• Reinforce: All three types strengthen students’ conceptual understanding of multiplication.</a:t>
            </a:r>
          </a:p>
        </p:txBody>
      </p:sp>
      <p:sp>
        <p:nvSpPr>
          <p:cNvPr id="4" name="Slide Number Placeholder 3">
            <a:extLst>
              <a:ext uri="{FF2B5EF4-FFF2-40B4-BE49-F238E27FC236}">
                <a16:creationId xmlns:a16="http://schemas.microsoft.com/office/drawing/2014/main" id="{CC8927B4-A160-686A-8904-24F1BCCC0AA2}"/>
              </a:ext>
            </a:extLst>
          </p:cNvPr>
          <p:cNvSpPr>
            <a:spLocks noGrp="1"/>
          </p:cNvSpPr>
          <p:nvPr>
            <p:ph type="sldNum" sz="quarter" idx="5"/>
          </p:nvPr>
        </p:nvSpPr>
        <p:spPr/>
        <p:txBody>
          <a:bodyPr/>
          <a:lstStyle/>
          <a:p>
            <a:fld id="{BAC361D7-EEA1-4B68-95F1-94CD22C478E0}" type="slidenum">
              <a:rPr lang="en-US" smtClean="0"/>
              <a:t>9</a:t>
            </a:fld>
            <a:endParaRPr lang="en-US"/>
          </a:p>
        </p:txBody>
      </p:sp>
    </p:spTree>
    <p:extLst>
      <p:ext uri="{BB962C8B-B14F-4D97-AF65-F5344CB8AC3E}">
        <p14:creationId xmlns:p14="http://schemas.microsoft.com/office/powerpoint/2010/main" val="20309770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Commutative Property: Area Model (VdW Strategy #1)</a:t>
            </a:r>
          </a:p>
          <a:p>
            <a:r>
              <a:rPr lang="en-US" dirty="0" b="1"/>
              <a:t>What is Being Shown:</a:t>
            </a:r>
            <a:r>
              <a:rPr lang="en-US" dirty="0"/>
              <a:t xml:space="preserve"> The visual demonstrates that 4 × 6 and 6 × 4 represent the same area when shown as arrays. This helps students see that the order doesn’t change the product.</a:t>
            </a:r>
          </a:p>
          <a:p>
            <a:r>
              <a:rPr lang="en-US" dirty="0" b="1"/>
              <a:t>How to Explain:</a:t>
            </a:r>
          </a:p>
          <a:p>
            <a:r>
              <a:rPr lang="en-US" dirty="0"/>
              <a:t>“Look at this area model. If we count rows first (4 rows of 6), we get 24. If we count columns first (6 columns of 4), we still get 24. The commu­tative property means we can flip the numbers and still get the same answer. This cuts our basic facts to memorize in half!”</a:t>
            </a:r>
          </a:p>
          <a:p>
            <a:r>
              <a:rPr lang="en-US" dirty="0" b="1"/>
              <a:t>Classroom Application:</a:t>
            </a:r>
            <a:r>
              <a:rPr lang="en-US" dirty="0"/>
              <a:t xml:space="preserve"> Show multiple arrays and have students rotate them 90 degrees to see the relationship. This is a powerful early strategy.</a:t>
            </a:r>
          </a:p>
          <a:p>
            <a:r>
              <a:rPr lang="en-US" dirty="0" b="1"/>
              <a:t>VdW Reference:</a:t>
            </a:r>
            <a:r>
              <a:rPr lang="en-US" dirty="0"/>
              <a:t xml:space="preserve"> Chapter 10, pp. 206-207. Arrays are one of the first strategies students should explore.</a:t>
            </a:r>
          </a:p>
        </p:txBody>
      </p:sp>
      <p:sp>
        <p:nvSpPr>
          <p:cNvPr id="4" name="Slide Number Placeholder 3"/>
          <p:cNvSpPr>
            <a:spLocks noGrp="1"/>
          </p:cNvSpPr>
          <p:nvPr>
            <p:ph type="sldNum" sz="quarter" idx="10"/>
          </p:nvPr>
        </p:nvSpPr>
        <p:spPr/>
        <p:txBody>
          <a:bodyPr/>
          <a:lstStyle/>
          <a:p>
            <a:fld id="{0F8577B6-16C1-444A-BE6E-635ED757875E}" type="slidenum">
              <a:rPr lang="en-US" smtClean="0"/>
              <a:t>12</a:t>
            </a:fld>
            <a:endParaRPr lang="en-US"/>
          </a:p>
        </p:txBody>
      </p:sp>
    </p:spTree>
    <p:extLst>
      <p:ext uri="{BB962C8B-B14F-4D97-AF65-F5344CB8AC3E}">
        <p14:creationId xmlns:p14="http://schemas.microsoft.com/office/powerpoint/2010/main" val="3543826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D2BA0-EC2F-6130-C689-DB7BEB29E7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1BBBCC-0505-F277-32E1-284039486E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9E50D4-7C32-7DAB-3166-57952D7B8B10}"/>
              </a:ext>
            </a:extLst>
          </p:cNvPr>
          <p:cNvSpPr>
            <a:spLocks noGrp="1"/>
          </p:cNvSpPr>
          <p:nvPr>
            <p:ph type="body" idx="1"/>
          </p:nvPr>
        </p:nvSpPr>
        <p:spPr/>
        <p:txBody>
          <a:bodyPr/>
          <a:lstStyle/>
          <a:p>
            <a:r>
              <a:rPr lang="en-US" dirty="0" b="1"/>
              <a:t>Doubling Strategy (VdW Strategy #2)</a:t>
            </a:r>
          </a:p>
          <a:p>
            <a:r>
              <a:rPr lang="en-US" dirty="0" b="1"/>
              <a:t>The Fact: 8 × 4</a:t>
            </a:r>
          </a:p>
          <a:p>
            <a:r>
              <a:rPr lang="en-US" dirty="0" b="1"/>
              <a:t>Strategy Breakdown:</a:t>
            </a:r>
          </a:p>
          <a:p>
            <a:r>
              <a:rPr lang="en-US" dirty="0"/>
              <a:t>“Think of 8 as double 4. If I know that 4 × 4 = 16, then 8 × 4 must be double that, or 32. I can use a fact I already know to build a new one.”</a:t>
            </a:r>
          </a:p>
          <a:p>
            <a:r>
              <a:rPr lang="en-US" dirty="0" b="1"/>
              <a:t>Why It Works:</a:t>
            </a:r>
            <a:r>
              <a:rPr lang="en-US" dirty="0"/>
              <a:t xml:space="preserve"> If you know all the “square” facts (4×4, 5×5, etc.), doubling one factor gives you instant access to 16 more facts. Reduces cognitive load significantly.</a:t>
            </a:r>
          </a:p>
          <a:p>
            <a:r>
              <a:rPr lang="en-US" dirty="0" b="1"/>
              <a:t>Teaching Tip:</a:t>
            </a:r>
            <a:r>
              <a:rPr lang="en-US" dirty="0"/>
              <a:t xml:space="preserve"> Use area models side by side: show 4×4, then 8×4 (which is two 4×4 rectangles stacked). This visual reinforces the concept.</a:t>
            </a:r>
          </a:p>
        </p:txBody>
      </p:sp>
      <p:sp>
        <p:nvSpPr>
          <p:cNvPr id="4" name="Slide Number Placeholder 3">
            <a:extLst>
              <a:ext uri="{FF2B5EF4-FFF2-40B4-BE49-F238E27FC236}">
                <a16:creationId xmlns:a16="http://schemas.microsoft.com/office/drawing/2014/main" id="{5A364C33-F180-981E-4F8B-D547C1348DBD}"/>
              </a:ext>
            </a:extLst>
          </p:cNvPr>
          <p:cNvSpPr>
            <a:spLocks noGrp="1"/>
          </p:cNvSpPr>
          <p:nvPr>
            <p:ph type="sldNum" sz="quarter" idx="10"/>
          </p:nvPr>
        </p:nvSpPr>
        <p:spPr/>
        <p:txBody>
          <a:bodyPr/>
          <a:lstStyle/>
          <a:p>
            <a:fld id="{0F8577B6-16C1-444A-BE6E-635ED757875E}" type="slidenum">
              <a:rPr lang="en-US" smtClean="0"/>
              <a:t>13</a:t>
            </a:fld>
            <a:endParaRPr lang="en-US"/>
          </a:p>
        </p:txBody>
      </p:sp>
    </p:spTree>
    <p:extLst>
      <p:ext uri="{BB962C8B-B14F-4D97-AF65-F5344CB8AC3E}">
        <p14:creationId xmlns:p14="http://schemas.microsoft.com/office/powerpoint/2010/main" val="31509884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Add a Group / Distributive Property (VdW Strategy #3)</a:t>
            </a:r>
          </a:p>
          <a:p>
            <a:r>
              <a:rPr lang="en-US" dirty="0" b="1"/>
              <a:t>The Fact: 4 × 6</a:t>
            </a:r>
          </a:p>
          <a:p>
            <a:r>
              <a:rPr lang="en-US" dirty="0" b="1"/>
              <a:t>Strategy Breakdown:</a:t>
            </a:r>
          </a:p>
          <a:p>
            <a:r>
              <a:rPr lang="en-US" dirty="0"/>
              <a:t>“I know 3 × 6 = 18. If I add one more group of 6, I get 18 + 6 = 24.”</a:t>
            </a:r>
          </a:p>
          <a:p>
            <a:r>
              <a:rPr lang="en-US" dirty="0" b="1"/>
              <a:t>This is the Distributive Property:</a:t>
            </a:r>
            <a:r>
              <a:rPr lang="en-US" dirty="0"/>
              <a:t xml:space="preserve"> 4 × 6 = (3 × 6) + (1 × 6)</a:t>
            </a:r>
          </a:p>
          <a:p>
            <a:r>
              <a:rPr lang="en-US" dirty="0" b="1"/>
              <a:t>Why Students Love It:</a:t>
            </a:r>
            <a:r>
              <a:rPr lang="en-US" dirty="0"/>
              <a:t xml:space="preserve"> It feels like a game: “Get to a fact you know, then add more.” Very intuitive and builds confidence.</a:t>
            </a:r>
          </a:p>
          <a:p>
            <a:r>
              <a:rPr lang="en-US" dirty="0" b="1"/>
              <a:t>Timing Suggestion:</a:t>
            </a:r>
            <a:r>
              <a:rPr lang="en-US" dirty="0"/>
              <a:t xml:space="preserve"> Use skip counting or quick arrays to verify: “6, 12, 18, 24.”</a:t>
            </a:r>
          </a:p>
        </p:txBody>
      </p:sp>
      <p:sp>
        <p:nvSpPr>
          <p:cNvPr id="4" name="Slide Number Placeholder 3"/>
          <p:cNvSpPr>
            <a:spLocks noGrp="1"/>
          </p:cNvSpPr>
          <p:nvPr>
            <p:ph type="sldNum" sz="quarter" idx="10"/>
          </p:nvPr>
        </p:nvSpPr>
        <p:spPr/>
        <p:txBody>
          <a:bodyPr/>
          <a:lstStyle/>
          <a:p>
            <a:fld id="{0F8577B6-16C1-444A-BE6E-635ED757875E}" type="slidenum">
              <a:rPr lang="en-US" smtClean="0"/>
              <a:t>14</a:t>
            </a:fld>
            <a:endParaRPr lang="en-US"/>
          </a:p>
        </p:txBody>
      </p:sp>
    </p:spTree>
    <p:extLst>
      <p:ext uri="{BB962C8B-B14F-4D97-AF65-F5344CB8AC3E}">
        <p14:creationId xmlns:p14="http://schemas.microsoft.com/office/powerpoint/2010/main" val="1073483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Making Bases from N101 (Building Foundations)</a:t>
            </a:r>
          </a:p>
          <a:p>
            <a:r>
              <a:rPr lang="en-US" dirty="0" b="1"/>
              <a:t>The Concept: Five Groups of 9</a:t>
            </a:r>
          </a:p>
          <a:p>
            <a:r>
              <a:rPr lang="en-US" dirty="0" b="1"/>
              <a:t>What This Represents:</a:t>
            </a:r>
            <a:r>
              <a:rPr lang="en-US" dirty="0"/>
              <a:t xml:space="preserve"> This slide shows how grouping by fives (a “base 5” model) can help students think about multiplication. Fives are conceptually easier because we have 10 fingers (2 groups of 5).</a:t>
            </a:r>
          </a:p>
          <a:p>
            <a:r>
              <a:rPr lang="en-US" dirty="0" b="1"/>
              <a:t>How to Use in Instruction:</a:t>
            </a:r>
          </a:p>
          <a:p>
            <a:r>
              <a:rPr lang="en-US" dirty="0"/>
              <a:t>• Use ten-frames or grouped manipulatives to show 5 groups of 9 = 45.</a:t>
            </a:r>
          </a:p>
          <a:p>
            <a:r>
              <a:rPr lang="en-US" dirty="0"/>
              <a:t>• Connect to skip counting: “9, 18, 27, 36, 45.”</a:t>
            </a:r>
          </a:p>
          <a:p>
            <a:r>
              <a:rPr lang="en-US" dirty="0"/>
              <a:t>• This strategy especially helps with facts involving 5 and 9.</a:t>
            </a:r>
          </a:p>
          <a:p>
            <a:r>
              <a:rPr lang="en-US" dirty="0" b="1"/>
              <a:t>VdW Connection:</a:t>
            </a:r>
            <a:r>
              <a:rPr lang="en-US" dirty="0"/>
              <a:t xml:space="preserve"> Fingers and base structures are foundational tools (p. 208).</a:t>
            </a:r>
          </a:p>
        </p:txBody>
      </p:sp>
      <p:sp>
        <p:nvSpPr>
          <p:cNvPr id="4" name="Slide Number Placeholder 3"/>
          <p:cNvSpPr>
            <a:spLocks noGrp="1"/>
          </p:cNvSpPr>
          <p:nvPr>
            <p:ph type="sldNum" sz="quarter" idx="5"/>
          </p:nvPr>
        </p:nvSpPr>
        <p:spPr/>
        <p:txBody>
          <a:bodyPr/>
          <a:lstStyle/>
          <a:p>
            <a:fld id="{BAC361D7-EEA1-4B68-95F1-94CD22C478E0}" type="slidenum">
              <a:rPr lang="en-US" smtClean="0"/>
              <a:t>15</a:t>
            </a:fld>
            <a:endParaRPr lang="en-US"/>
          </a:p>
        </p:txBody>
      </p:sp>
    </p:spTree>
    <p:extLst>
      <p:ext uri="{BB962C8B-B14F-4D97-AF65-F5344CB8AC3E}">
        <p14:creationId xmlns:p14="http://schemas.microsoft.com/office/powerpoint/2010/main" val="3061475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Break Apart / Distributive Property (VdW Strategy #4)</a:t>
            </a:r>
          </a:p>
          <a:p>
            <a:r>
              <a:rPr lang="en-US" dirty="0" b="1"/>
              <a:t>The Fact: 6 × 7</a:t>
            </a:r>
          </a:p>
          <a:p>
            <a:r>
              <a:rPr lang="en-US" dirty="0" b="1"/>
              <a:t>Strategy: Break the 7 into Smaller Parts</a:t>
            </a:r>
          </a:p>
          <a:p>
            <a:r>
              <a:rPr lang="en-US" dirty="0"/>
              <a:t>“I can break 7 into 5 + 2. So 6 × 7 = (6 × 5) + (6 × 2) = 30 + 12 = 42.”</a:t>
            </a:r>
          </a:p>
          <a:p>
            <a:r>
              <a:rPr lang="en-US" dirty="0" b="1"/>
              <a:t>Why This Matters:</a:t>
            </a:r>
            <a:r>
              <a:rPr lang="en-US" dirty="0"/>
              <a:t xml:space="preserve"> This is another application of the distributive property and is very powerful. IMPORTANT REMINDER (from slide): This is multiplication, not addition! Students often confuse 6 × 7 with 6 + 7.</a:t>
            </a:r>
          </a:p>
          <a:p>
            <a:r>
              <a:rPr lang="en-US" dirty="0" b="1"/>
              <a:t>Common Student Errors:</a:t>
            </a:r>
          </a:p>
          <a:p>
            <a:r>
              <a:rPr lang="en-US" dirty="0"/>
              <a:t>• Computing 6 × 5 = 30 but then forgetting to multiply 6 × 2; they add instead.</a:t>
            </a:r>
          </a:p>
          <a:p>
            <a:r>
              <a:rPr lang="en-US" dirty="0"/>
              <a:t>• Confusing the break apart strategy with skip counting.</a:t>
            </a:r>
          </a:p>
          <a:p>
            <a:r>
              <a:rPr lang="en-US" dirty="0" b="1"/>
              <a:t>Visual Support:</a:t>
            </a:r>
            <a:r>
              <a:rPr lang="en-US" dirty="0"/>
              <a:t xml:space="preserve"> Use area models: show a 6-by-7 rectangle split vertically into a 6-by-5 and a 6-by-2 section.</a:t>
            </a:r>
          </a:p>
        </p:txBody>
      </p:sp>
      <p:sp>
        <p:nvSpPr>
          <p:cNvPr id="4" name="Slide Number Placeholder 3"/>
          <p:cNvSpPr>
            <a:spLocks noGrp="1"/>
          </p:cNvSpPr>
          <p:nvPr>
            <p:ph type="sldNum" sz="quarter" idx="5"/>
          </p:nvPr>
        </p:nvSpPr>
        <p:spPr/>
        <p:txBody>
          <a:bodyPr/>
          <a:lstStyle/>
          <a:p>
            <a:fld id="{BAC361D7-EEA1-4B68-95F1-94CD22C478E0}" type="slidenum">
              <a:rPr lang="en-US" smtClean="0"/>
              <a:t>16</a:t>
            </a:fld>
            <a:endParaRPr lang="en-US"/>
          </a:p>
        </p:txBody>
      </p:sp>
    </p:spTree>
    <p:extLst>
      <p:ext uri="{BB962C8B-B14F-4D97-AF65-F5344CB8AC3E}">
        <p14:creationId xmlns:p14="http://schemas.microsoft.com/office/powerpoint/2010/main" val="12399721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What is a Number Talk?</a:t>
            </a:r>
          </a:p>
          <a:p>
            <a:r>
              <a:rPr lang="en-US" dirty="0" b="1"/>
              <a:t>Definition:</a:t>
            </a:r>
            <a:r>
              <a:rPr lang="en-US" dirty="0"/>
              <a:t xml:space="preserve"> A number talk is a brief, focused mental math discussion (typically 5-10 minutes) where students share strategies for solving a single problem or set of related problems.</a:t>
            </a:r>
          </a:p>
          <a:p>
            <a:r>
              <a:rPr lang="en-US" dirty="0" b="1"/>
              <a:t>Structure:</a:t>
            </a:r>
          </a:p>
          <a:p>
            <a:r>
              <a:rPr lang="en-US" dirty="0"/>
              <a:t>1. Present a problem (often just verbally or written briefly).</a:t>
            </a:r>
          </a:p>
          <a:p>
            <a:r>
              <a:rPr lang="en-US" dirty="0"/>
              <a:t>2. Students think silently (5-10 seconds) — NO calculator, NO pencil.</a:t>
            </a:r>
          </a:p>
          <a:p>
            <a:r>
              <a:rPr lang="en-US" dirty="0"/>
              <a:t>3. Students share HOW they solved it (not just the answer).</a:t>
            </a:r>
          </a:p>
          <a:p>
            <a:r>
              <a:rPr lang="en-US" dirty="0"/>
              <a:t>4. Teacher records strategies visually (drawings, equations, number lines).</a:t>
            </a:r>
          </a:p>
          <a:p>
            <a:r>
              <a:rPr lang="en-US" dirty="0" b="1"/>
              <a:t>Why Number Talks Matter:</a:t>
            </a:r>
          </a:p>
          <a:p>
            <a:r>
              <a:rPr lang="en-US" dirty="0"/>
              <a:t>• Makes thinking visible and value multiple strategies.</a:t>
            </a:r>
          </a:p>
          <a:p>
            <a:r>
              <a:rPr lang="en-US" dirty="0"/>
              <a:t>• Builds community and confidence.</a:t>
            </a:r>
          </a:p>
          <a:p>
            <a:r>
              <a:rPr lang="en-US" dirty="0"/>
              <a:t>• Develops mental math and reasoning skills, not just procedural fluency.</a:t>
            </a:r>
          </a:p>
          <a:p>
            <a:r>
              <a:rPr lang="en-US" dirty="0" b="1"/>
              <a:t>Five Practices Connection:</a:t>
            </a:r>
            <a:r>
              <a:rPr lang="en-US" dirty="0"/>
              <a:t xml:space="preserve"> This is an excellent structure for the Five Practices (anticipate, monitor, select, sequence, connect).</a:t>
            </a:r>
          </a:p>
        </p:txBody>
      </p:sp>
      <p:sp>
        <p:nvSpPr>
          <p:cNvPr id="4" name="Slide Number Placeholder 3"/>
          <p:cNvSpPr>
            <a:spLocks noGrp="1"/>
          </p:cNvSpPr>
          <p:nvPr>
            <p:ph type="sldNum" sz="quarter" idx="10"/>
          </p:nvPr>
        </p:nvSpPr>
        <p:spPr/>
        <p:txBody>
          <a:bodyPr/>
          <a:lstStyle/>
          <a:p>
            <a:fld id="{0F8577B6-16C1-444A-BE6E-635ED757875E}" type="slidenum">
              <a:rPr lang="en-US" smtClean="0"/>
              <a:t>20</a:t>
            </a:fld>
            <a:endParaRPr lang="en-US"/>
          </a:p>
        </p:txBody>
      </p:sp>
    </p:spTree>
    <p:extLst>
      <p:ext uri="{BB962C8B-B14F-4D97-AF65-F5344CB8AC3E}">
        <p14:creationId xmlns:p14="http://schemas.microsoft.com/office/powerpoint/2010/main" val="33090002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Let’s Do a Number Talk (8-12 minutes)</a:t>
            </a:r>
          </a:p>
          <a:p>
            <a:r>
              <a:rPr lang="en-US" dirty="0" b="1"/>
              <a:t>The Problem: “There are 30 seats in a row and 6 rows in our movie theater. How many total seats?”</a:t>
            </a:r>
          </a:p>
          <a:p>
            <a:r>
              <a:rPr lang="en-US" dirty="0" b="1"/>
              <a:t>What to Say:</a:t>
            </a:r>
          </a:p>
          <a:p>
            <a:r>
              <a:rPr lang="en-US" dirty="0"/>
              <a:t>“Think about this problem in your head. Don’t write anything down. How many total seats? Think about HOW you figured it out, not just the answer. Give me a thumbs up when you have a strategy.”</a:t>
            </a:r>
          </a:p>
          <a:p>
            <a:r>
              <a:rPr lang="en-US" dirty="0" b="1"/>
              <a:t>Facilitation Tips:</a:t>
            </a:r>
          </a:p>
          <a:p>
            <a:r>
              <a:rPr lang="en-US" dirty="0"/>
              <a:t>• Wait at least 10 seconds of silent thinking time before taking responses.</a:t>
            </a:r>
          </a:p>
          <a:p>
            <a:r>
              <a:rPr lang="en-US" dirty="0"/>
              <a:t>• Call on students with different strategies: skip counting, decomposition, doubling, arrays, etc.</a:t>
            </a:r>
          </a:p>
          <a:p>
            <a:r>
              <a:rPr lang="en-US" dirty="0"/>
              <a:t>• Draw or write each strategy on the board. Label them: “Jamie’s way,” “Marcus’s way.”</a:t>
            </a:r>
          </a:p>
          <a:p>
            <a:r>
              <a:rPr lang="en-US" dirty="0"/>
              <a:t>• Ask: “Does anyone else used a similar strategy?”</a:t>
            </a:r>
          </a:p>
          <a:p>
            <a:r>
              <a:rPr lang="en-US" dirty="0"/>
              <a:t>• Affirm multiple approaches: “I notice everyone got 180, but you got there different ways. That’s the power of strategies!”</a:t>
            </a:r>
          </a:p>
          <a:p>
            <a:r>
              <a:rPr lang="en-US" dirty="0" b="1"/>
              <a:t>What to Watch For:</a:t>
            </a:r>
            <a:r>
              <a:rPr lang="en-US" dirty="0"/>
              <a:t xml:space="preserve"> Student struggle often reveals misconceptions (e.g., counting by 30’s vs. multiplying 30 × 6). Use these as teaching moments!</a:t>
            </a:r>
          </a:p>
        </p:txBody>
      </p:sp>
      <p:sp>
        <p:nvSpPr>
          <p:cNvPr id="4" name="Slide Number Placeholder 3"/>
          <p:cNvSpPr>
            <a:spLocks noGrp="1"/>
          </p:cNvSpPr>
          <p:nvPr>
            <p:ph type="sldNum" sz="quarter" idx="10"/>
          </p:nvPr>
        </p:nvSpPr>
        <p:spPr/>
        <p:txBody>
          <a:bodyPr/>
          <a:lstStyle/>
          <a:p>
            <a:fld id="{0F8577B6-16C1-444A-BE6E-635ED757875E}" type="slidenum">
              <a:rPr lang="en-US" smtClean="0"/>
              <a:t>21</a:t>
            </a:fld>
            <a:endParaRPr lang="en-US"/>
          </a:p>
        </p:txBody>
      </p:sp>
    </p:spTree>
    <p:extLst>
      <p:ext uri="{BB962C8B-B14F-4D97-AF65-F5344CB8AC3E}">
        <p14:creationId xmlns:p14="http://schemas.microsoft.com/office/powerpoint/2010/main" val="1000000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Placeholder notes for slide 22</a:t>
            </a:r>
          </a:p>
        </p:txBody>
      </p:sp>
      <p:sp>
        <p:nvSpPr>
          <p:cNvPr id="4" name="Slide Number Placeholder 3"/>
          <p:cNvSpPr>
            <a:spLocks noGrp="1"/>
          </p:cNvSpPr>
          <p:nvPr>
            <p:ph type="sldNum" sz="quarter" idx="10"/>
          </p:nvPr>
        </p:nvSpPr>
        <p:spPr/>
        <p:txBody>
          <a:bodyPr/>
          <a:lstStyle/>
          <a:p>
            <a:fld id="{UNIQUE_ID}" type="slidenum">
              <a:rPr lang="en-US" smtClean="0"/>
              <a:t>22</a:t>
            </a:fld>
            <a:endParaRPr lang="en-US"/>
          </a:p>
        </p:txBody>
      </p:sp>
    </p:spTree>
    <p:extLst>
      <p:ext uri="{BB962C8B-B14F-4D97-AF65-F5344CB8AC3E}">
        <p14:creationId xmlns:p14="http://schemas.microsoft.com/office/powerpoint/2010/main" val="100000001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Placeholder notes for slide 23</a:t>
            </a:r>
          </a:p>
        </p:txBody>
      </p:sp>
      <p:sp>
        <p:nvSpPr>
          <p:cNvPr id="4" name="Slide Number Placeholder 3"/>
          <p:cNvSpPr>
            <a:spLocks noGrp="1"/>
          </p:cNvSpPr>
          <p:nvPr>
            <p:ph type="sldNum" sz="quarter" idx="10"/>
          </p:nvPr>
        </p:nvSpPr>
        <p:spPr/>
        <p:txBody>
          <a:bodyPr/>
          <a:lstStyle/>
          <a:p>
            <a:fld id="{UNIQUE_ID}" type="slidenum">
              <a:rPr lang="en-US" smtClean="0"/>
              <a:t>23</a:t>
            </a:fld>
            <a:endParaRPr lang="en-US"/>
          </a:p>
        </p:txBody>
      </p:sp>
    </p:spTree>
    <p:extLst>
      <p:ext uri="{BB962C8B-B14F-4D97-AF65-F5344CB8AC3E}">
        <p14:creationId xmlns:p14="http://schemas.microsoft.com/office/powerpoint/2010/main" val="100000001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Placeholder notes for slide 24</a:t>
            </a:r>
          </a:p>
        </p:txBody>
      </p:sp>
      <p:sp>
        <p:nvSpPr>
          <p:cNvPr id="4" name="Slide Number Placeholder 3"/>
          <p:cNvSpPr>
            <a:spLocks noGrp="1"/>
          </p:cNvSpPr>
          <p:nvPr>
            <p:ph type="sldNum" sz="quarter" idx="10"/>
          </p:nvPr>
        </p:nvSpPr>
        <p:spPr/>
        <p:txBody>
          <a:bodyPr/>
          <a:lstStyle/>
          <a:p>
            <a:fld id="{UNIQUE_ID}" type="slidenum">
              <a:rPr lang="en-US" smtClean="0"/>
              <a:t>24</a:t>
            </a:fld>
            <a:endParaRPr lang="en-US"/>
          </a:p>
        </p:txBody>
      </p:sp>
    </p:spTree>
    <p:extLst>
      <p:ext uri="{BB962C8B-B14F-4D97-AF65-F5344CB8AC3E}">
        <p14:creationId xmlns:p14="http://schemas.microsoft.com/office/powerpoint/2010/main" val="10000000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Placeholder notes for slide 25</a:t>
            </a:r>
          </a:p>
        </p:txBody>
      </p:sp>
      <p:sp>
        <p:nvSpPr>
          <p:cNvPr id="4" name="Slide Number Placeholder 3"/>
          <p:cNvSpPr>
            <a:spLocks noGrp="1"/>
          </p:cNvSpPr>
          <p:nvPr>
            <p:ph type="sldNum" sz="quarter" idx="10"/>
          </p:nvPr>
        </p:nvSpPr>
        <p:spPr/>
        <p:txBody>
          <a:bodyPr/>
          <a:lstStyle/>
          <a:p>
            <a:fld id="{UNIQUE_ID}" type="slidenum">
              <a:rPr lang="en-US" smtClean="0"/>
              <a:t>25</a:t>
            </a:fld>
            <a:endParaRPr lang="en-US"/>
          </a:p>
        </p:txBody>
      </p:sp>
    </p:spTree>
    <p:extLst>
      <p:ext uri="{BB962C8B-B14F-4D97-AF65-F5344CB8AC3E}">
        <p14:creationId xmlns:p14="http://schemas.microsoft.com/office/powerpoint/2010/main" val="10000000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Placeholder notes for slide 26</a:t>
            </a:r>
          </a:p>
        </p:txBody>
      </p:sp>
      <p:sp>
        <p:nvSpPr>
          <p:cNvPr id="4" name="Slide Number Placeholder 3"/>
          <p:cNvSpPr>
            <a:spLocks noGrp="1"/>
          </p:cNvSpPr>
          <p:nvPr>
            <p:ph type="sldNum" sz="quarter" idx="10"/>
          </p:nvPr>
        </p:nvSpPr>
        <p:spPr/>
        <p:txBody>
          <a:bodyPr/>
          <a:lstStyle/>
          <a:p>
            <a:fld id="{UNIQUE_ID}" type="slidenum">
              <a:rPr lang="en-US" smtClean="0"/>
              <a:t>26</a:t>
            </a:fld>
            <a:endParaRPr lang="en-US"/>
          </a:p>
        </p:txBody>
      </p:sp>
    </p:spTree>
    <p:extLst>
      <p:ext uri="{BB962C8B-B14F-4D97-AF65-F5344CB8AC3E}">
        <p14:creationId xmlns:p14="http://schemas.microsoft.com/office/powerpoint/2010/main" val="10000000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Placeholder notes for slide 27</a:t>
            </a:r>
          </a:p>
        </p:txBody>
      </p:sp>
      <p:sp>
        <p:nvSpPr>
          <p:cNvPr id="4" name="Slide Number Placeholder 3"/>
          <p:cNvSpPr>
            <a:spLocks noGrp="1"/>
          </p:cNvSpPr>
          <p:nvPr>
            <p:ph type="sldNum" sz="quarter" idx="10"/>
          </p:nvPr>
        </p:nvSpPr>
        <p:spPr/>
        <p:txBody>
          <a:bodyPr/>
          <a:lstStyle/>
          <a:p>
            <a:fld id="{UNIQUE_ID}" type="slidenum">
              <a:rPr lang="en-US" smtClean="0"/>
              <a:t>27</a:t>
            </a:fld>
            <a:endParaRPr lang="en-US"/>
          </a:p>
        </p:txBody>
      </p:sp>
    </p:spTree>
    <p:extLst>
      <p:ext uri="{BB962C8B-B14F-4D97-AF65-F5344CB8AC3E}">
        <p14:creationId xmlns:p14="http://schemas.microsoft.com/office/powerpoint/2010/main" val="100000001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Placeholder notes for slide 28</a:t>
            </a:r>
          </a:p>
        </p:txBody>
      </p:sp>
      <p:sp>
        <p:nvSpPr>
          <p:cNvPr id="4" name="Slide Number Placeholder 3"/>
          <p:cNvSpPr>
            <a:spLocks noGrp="1"/>
          </p:cNvSpPr>
          <p:nvPr>
            <p:ph type="sldNum" sz="quarter" idx="10"/>
          </p:nvPr>
        </p:nvSpPr>
        <p:spPr/>
        <p:txBody>
          <a:bodyPr/>
          <a:lstStyle/>
          <a:p>
            <a:fld id="{UNIQUE_ID}" type="slidenum">
              <a:rPr lang="en-US" smtClean="0"/>
              <a:t>28</a:t>
            </a:fld>
            <a:endParaRPr lang="en-US"/>
          </a:p>
        </p:txBody>
      </p:sp>
    </p:spTree>
    <p:extLst>
      <p:ext uri="{BB962C8B-B14F-4D97-AF65-F5344CB8AC3E}">
        <p14:creationId xmlns:p14="http://schemas.microsoft.com/office/powerpoint/2010/main" val="10000000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Placeholder notes for slide 29</a:t>
            </a:r>
          </a:p>
        </p:txBody>
      </p:sp>
      <p:sp>
        <p:nvSpPr>
          <p:cNvPr id="4" name="Slide Number Placeholder 3"/>
          <p:cNvSpPr>
            <a:spLocks noGrp="1"/>
          </p:cNvSpPr>
          <p:nvPr>
            <p:ph type="sldNum" sz="quarter" idx="10"/>
          </p:nvPr>
        </p:nvSpPr>
        <p:spPr/>
        <p:txBody>
          <a:bodyPr/>
          <a:lstStyle/>
          <a:p>
            <a:fld id="{UNIQUE_ID}" type="slidenum">
              <a:rPr lang="en-US" smtClean="0"/>
              <a:t>29</a:t>
            </a:fld>
            <a:endParaRPr lang="en-US"/>
          </a:p>
        </p:txBody>
      </p:sp>
    </p:spTree>
    <p:extLst>
      <p:ext uri="{BB962C8B-B14F-4D97-AF65-F5344CB8AC3E}">
        <p14:creationId xmlns:p14="http://schemas.microsoft.com/office/powerpoint/2010/main" val="10000000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Placeholder notes for slide 30</a:t>
            </a:r>
          </a:p>
        </p:txBody>
      </p:sp>
      <p:sp>
        <p:nvSpPr>
          <p:cNvPr id="4" name="Slide Number Placeholder 3"/>
          <p:cNvSpPr>
            <a:spLocks noGrp="1"/>
          </p:cNvSpPr>
          <p:nvPr>
            <p:ph type="sldNum" sz="quarter" idx="10"/>
          </p:nvPr>
        </p:nvSpPr>
        <p:spPr/>
        <p:txBody>
          <a:bodyPr/>
          <a:lstStyle/>
          <a:p>
            <a:fld id="{UNIQUE_ID}" type="slidenum">
              <a:rPr lang="en-US" smtClean="0"/>
              <a:t>30</a:t>
            </a:fld>
            <a:endParaRPr lang="en-US"/>
          </a:p>
        </p:txBody>
      </p:sp>
    </p:spTree>
    <p:extLst>
      <p:ext uri="{BB962C8B-B14F-4D97-AF65-F5344CB8AC3E}">
        <p14:creationId xmlns:p14="http://schemas.microsoft.com/office/powerpoint/2010/main" val="10000000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b="1"/>
              <a:t>Placeholder notes for slide 31</a:t>
            </a:r>
          </a:p>
        </p:txBody>
      </p:sp>
      <p:sp>
        <p:nvSpPr>
          <p:cNvPr id="4" name="Slide Number Placeholder 3"/>
          <p:cNvSpPr>
            <a:spLocks noGrp="1"/>
          </p:cNvSpPr>
          <p:nvPr>
            <p:ph type="sldNum" sz="quarter" idx="10"/>
          </p:nvPr>
        </p:nvSpPr>
        <p:spPr/>
        <p:txBody>
          <a:bodyPr/>
          <a:lstStyle/>
          <a:p>
            <a:fld id="{UNIQUE_ID}" type="slidenum">
              <a:rPr lang="en-US" smtClean="0"/>
              <a:t>31</a:t>
            </a:fld>
            <a:endParaRPr lang="en-US"/>
          </a:p>
        </p:txBody>
      </p:sp>
    </p:spTree>
    <p:extLst>
      <p:ext uri="{BB962C8B-B14F-4D97-AF65-F5344CB8AC3E}">
        <p14:creationId xmlns:p14="http://schemas.microsoft.com/office/powerpoint/2010/main" val="100000002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1FB5A5-6610-F440-A82E-9E4DF924002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8ADFEFD-1D1B-3649-A6A5-6EE1CF42601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FD0851F-5684-894D-8992-11447775F0EA}"/>
              </a:ext>
            </a:extLst>
          </p:cNvPr>
          <p:cNvSpPr>
            <a:spLocks noGrp="1"/>
          </p:cNvSpPr>
          <p:nvPr>
            <p:ph type="dt" sz="half" idx="10"/>
          </p:nvPr>
        </p:nvSpPr>
        <p:spPr/>
        <p:txBody>
          <a:bodyPr/>
          <a:lstStyle/>
          <a:p>
            <a:r>
              <a:rPr lang="en-US" dirty="0"/>
              <a:t>3/28/2022</a:t>
            </a:r>
          </a:p>
        </p:txBody>
      </p:sp>
      <p:sp>
        <p:nvSpPr>
          <p:cNvPr id="5" name="Footer Placeholder 4">
            <a:extLst>
              <a:ext uri="{FF2B5EF4-FFF2-40B4-BE49-F238E27FC236}">
                <a16:creationId xmlns:a16="http://schemas.microsoft.com/office/drawing/2014/main" id="{72711E46-05B4-9844-8201-DDCA7C6EDF5E}"/>
              </a:ext>
            </a:extLst>
          </p:cNvPr>
          <p:cNvSpPr>
            <a:spLocks noGrp="1"/>
          </p:cNvSpPr>
          <p:nvPr>
            <p:ph type="ftr" sz="quarter" idx="11"/>
          </p:nvPr>
        </p:nvSpPr>
        <p:spPr/>
        <p:txBody>
          <a:bodyPr/>
          <a:lstStyle/>
          <a:p>
            <a:r>
              <a:rPr lang="en-US" dirty="0"/>
              <a:t>E343 Spring 2022</a:t>
            </a:r>
          </a:p>
        </p:txBody>
      </p:sp>
      <p:sp>
        <p:nvSpPr>
          <p:cNvPr id="6" name="Slide Number Placeholder 5">
            <a:extLst>
              <a:ext uri="{FF2B5EF4-FFF2-40B4-BE49-F238E27FC236}">
                <a16:creationId xmlns:a16="http://schemas.microsoft.com/office/drawing/2014/main" id="{604FF77B-91F6-EB4D-ABA8-B708435AD865}"/>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5741007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557346-25EE-664D-BFFA-13A66364B66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C19C9B-7746-A74B-8260-C06F7E0CE8F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884721-E2B5-4B42-918A-2B241D5FF557}"/>
              </a:ext>
            </a:extLst>
          </p:cNvPr>
          <p:cNvSpPr>
            <a:spLocks noGrp="1"/>
          </p:cNvSpPr>
          <p:nvPr>
            <p:ph type="dt" sz="half" idx="10"/>
          </p:nvPr>
        </p:nvSpPr>
        <p:spPr/>
        <p:txBody>
          <a:bodyPr/>
          <a:lstStyle/>
          <a:p>
            <a:r>
              <a:rPr lang="en-US" dirty="0"/>
              <a:t>3/28/2022</a:t>
            </a:r>
          </a:p>
        </p:txBody>
      </p:sp>
      <p:sp>
        <p:nvSpPr>
          <p:cNvPr id="5" name="Footer Placeholder 4">
            <a:extLst>
              <a:ext uri="{FF2B5EF4-FFF2-40B4-BE49-F238E27FC236}">
                <a16:creationId xmlns:a16="http://schemas.microsoft.com/office/drawing/2014/main" id="{5A000498-31A7-A84E-B2F6-F0CA5904AC96}"/>
              </a:ext>
            </a:extLst>
          </p:cNvPr>
          <p:cNvSpPr>
            <a:spLocks noGrp="1"/>
          </p:cNvSpPr>
          <p:nvPr>
            <p:ph type="ftr" sz="quarter" idx="11"/>
          </p:nvPr>
        </p:nvSpPr>
        <p:spPr/>
        <p:txBody>
          <a:bodyPr/>
          <a:lstStyle/>
          <a:p>
            <a:r>
              <a:rPr lang="en-US" dirty="0"/>
              <a:t>E343 Spring 2022</a:t>
            </a:r>
          </a:p>
        </p:txBody>
      </p:sp>
      <p:sp>
        <p:nvSpPr>
          <p:cNvPr id="6" name="Slide Number Placeholder 5">
            <a:extLst>
              <a:ext uri="{FF2B5EF4-FFF2-40B4-BE49-F238E27FC236}">
                <a16:creationId xmlns:a16="http://schemas.microsoft.com/office/drawing/2014/main" id="{0E800F88-FFF9-684E-9A0C-7EDFD3F638B9}"/>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38742188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5866F-D2D8-FC4C-89CA-24D1888ECD0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3FFAC02-9128-2D49-9E63-30DF7705168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707442-4C46-3042-AD96-5F43D152DE29}"/>
              </a:ext>
            </a:extLst>
          </p:cNvPr>
          <p:cNvSpPr>
            <a:spLocks noGrp="1"/>
          </p:cNvSpPr>
          <p:nvPr>
            <p:ph type="dt" sz="half" idx="10"/>
          </p:nvPr>
        </p:nvSpPr>
        <p:spPr/>
        <p:txBody>
          <a:bodyPr/>
          <a:lstStyle/>
          <a:p>
            <a:r>
              <a:rPr lang="en-US" dirty="0"/>
              <a:t>3/28/2022</a:t>
            </a:r>
          </a:p>
        </p:txBody>
      </p:sp>
      <p:sp>
        <p:nvSpPr>
          <p:cNvPr id="5" name="Footer Placeholder 4">
            <a:extLst>
              <a:ext uri="{FF2B5EF4-FFF2-40B4-BE49-F238E27FC236}">
                <a16:creationId xmlns:a16="http://schemas.microsoft.com/office/drawing/2014/main" id="{798C9B2D-26FA-B042-9230-0B8F947C128B}"/>
              </a:ext>
            </a:extLst>
          </p:cNvPr>
          <p:cNvSpPr>
            <a:spLocks noGrp="1"/>
          </p:cNvSpPr>
          <p:nvPr>
            <p:ph type="ftr" sz="quarter" idx="11"/>
          </p:nvPr>
        </p:nvSpPr>
        <p:spPr/>
        <p:txBody>
          <a:bodyPr/>
          <a:lstStyle/>
          <a:p>
            <a:r>
              <a:rPr lang="en-US" dirty="0"/>
              <a:t>E343 Spring 2022</a:t>
            </a:r>
          </a:p>
        </p:txBody>
      </p:sp>
      <p:sp>
        <p:nvSpPr>
          <p:cNvPr id="6" name="Slide Number Placeholder 5">
            <a:extLst>
              <a:ext uri="{FF2B5EF4-FFF2-40B4-BE49-F238E27FC236}">
                <a16:creationId xmlns:a16="http://schemas.microsoft.com/office/drawing/2014/main" id="{362337BC-D9C1-E345-B486-F030CDEDE91F}"/>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3434628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0031E9-E12A-CD49-9A83-4CF4602219E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66E259C-8D35-6F44-AE49-8E2A03678EA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146494F-A8E8-194C-A478-20A7903BFBE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FE9F76F-DB7F-B140-ABF9-2FEA73DA84B1}"/>
              </a:ext>
            </a:extLst>
          </p:cNvPr>
          <p:cNvSpPr>
            <a:spLocks noGrp="1"/>
          </p:cNvSpPr>
          <p:nvPr>
            <p:ph type="dt" sz="half" idx="10"/>
          </p:nvPr>
        </p:nvSpPr>
        <p:spPr/>
        <p:txBody>
          <a:bodyPr/>
          <a:lstStyle/>
          <a:p>
            <a:r>
              <a:rPr lang="en-US" dirty="0"/>
              <a:t>3/28/2022</a:t>
            </a:r>
          </a:p>
        </p:txBody>
      </p:sp>
      <p:sp>
        <p:nvSpPr>
          <p:cNvPr id="6" name="Footer Placeholder 5">
            <a:extLst>
              <a:ext uri="{FF2B5EF4-FFF2-40B4-BE49-F238E27FC236}">
                <a16:creationId xmlns:a16="http://schemas.microsoft.com/office/drawing/2014/main" id="{DDF79C6F-FDB4-D546-BC11-4E653D39A181}"/>
              </a:ext>
            </a:extLst>
          </p:cNvPr>
          <p:cNvSpPr>
            <a:spLocks noGrp="1"/>
          </p:cNvSpPr>
          <p:nvPr>
            <p:ph type="ftr" sz="quarter" idx="11"/>
          </p:nvPr>
        </p:nvSpPr>
        <p:spPr/>
        <p:txBody>
          <a:bodyPr/>
          <a:lstStyle/>
          <a:p>
            <a:r>
              <a:rPr lang="en-US" dirty="0"/>
              <a:t>E343 Spring 2022</a:t>
            </a:r>
          </a:p>
        </p:txBody>
      </p:sp>
      <p:sp>
        <p:nvSpPr>
          <p:cNvPr id="7" name="Slide Number Placeholder 6">
            <a:extLst>
              <a:ext uri="{FF2B5EF4-FFF2-40B4-BE49-F238E27FC236}">
                <a16:creationId xmlns:a16="http://schemas.microsoft.com/office/drawing/2014/main" id="{F5BC77D8-4DB6-1045-B67C-8ED81B81B4CB}"/>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2943745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1CFC0-70D2-A247-8026-E560715136C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600CB93-AAE7-3149-83C3-8396CD973DD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AADDF49-82C0-B542-BD3E-95AD145F4A2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0432A2F-6671-8F4A-85C3-059E02E0877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BD1DACE-4D9F-8940-B1A9-2839FD2A896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D02A035-4608-2746-A1DB-AF8D6835C988}"/>
              </a:ext>
            </a:extLst>
          </p:cNvPr>
          <p:cNvSpPr>
            <a:spLocks noGrp="1"/>
          </p:cNvSpPr>
          <p:nvPr>
            <p:ph type="dt" sz="half" idx="10"/>
          </p:nvPr>
        </p:nvSpPr>
        <p:spPr/>
        <p:txBody>
          <a:bodyPr/>
          <a:lstStyle/>
          <a:p>
            <a:r>
              <a:rPr lang="en-US" dirty="0"/>
              <a:t>3/28/2022</a:t>
            </a:r>
          </a:p>
        </p:txBody>
      </p:sp>
      <p:sp>
        <p:nvSpPr>
          <p:cNvPr id="8" name="Footer Placeholder 7">
            <a:extLst>
              <a:ext uri="{FF2B5EF4-FFF2-40B4-BE49-F238E27FC236}">
                <a16:creationId xmlns:a16="http://schemas.microsoft.com/office/drawing/2014/main" id="{9C859144-23A8-C448-B74A-082853CBA148}"/>
              </a:ext>
            </a:extLst>
          </p:cNvPr>
          <p:cNvSpPr>
            <a:spLocks noGrp="1"/>
          </p:cNvSpPr>
          <p:nvPr>
            <p:ph type="ftr" sz="quarter" idx="11"/>
          </p:nvPr>
        </p:nvSpPr>
        <p:spPr/>
        <p:txBody>
          <a:bodyPr/>
          <a:lstStyle/>
          <a:p>
            <a:r>
              <a:rPr lang="en-US" dirty="0"/>
              <a:t>E343 Spring 2022</a:t>
            </a:r>
          </a:p>
        </p:txBody>
      </p:sp>
      <p:sp>
        <p:nvSpPr>
          <p:cNvPr id="9" name="Slide Number Placeholder 8">
            <a:extLst>
              <a:ext uri="{FF2B5EF4-FFF2-40B4-BE49-F238E27FC236}">
                <a16:creationId xmlns:a16="http://schemas.microsoft.com/office/drawing/2014/main" id="{39375412-BA3E-F74D-92D6-DD8D60F5A9E2}"/>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15447668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68BD49-D782-7541-9DB9-F0CA7E093D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A363C7-5061-0844-A37F-E8522FAA3762}"/>
              </a:ext>
            </a:extLst>
          </p:cNvPr>
          <p:cNvSpPr>
            <a:spLocks noGrp="1"/>
          </p:cNvSpPr>
          <p:nvPr>
            <p:ph type="dt" sz="half" idx="10"/>
          </p:nvPr>
        </p:nvSpPr>
        <p:spPr/>
        <p:txBody>
          <a:bodyPr/>
          <a:lstStyle/>
          <a:p>
            <a:r>
              <a:rPr lang="en-US" dirty="0"/>
              <a:t>3/28/2022</a:t>
            </a:r>
          </a:p>
        </p:txBody>
      </p:sp>
      <p:sp>
        <p:nvSpPr>
          <p:cNvPr id="4" name="Footer Placeholder 3">
            <a:extLst>
              <a:ext uri="{FF2B5EF4-FFF2-40B4-BE49-F238E27FC236}">
                <a16:creationId xmlns:a16="http://schemas.microsoft.com/office/drawing/2014/main" id="{52E7F45F-4384-234A-8559-A95A4DC67C19}"/>
              </a:ext>
            </a:extLst>
          </p:cNvPr>
          <p:cNvSpPr>
            <a:spLocks noGrp="1"/>
          </p:cNvSpPr>
          <p:nvPr>
            <p:ph type="ftr" sz="quarter" idx="11"/>
          </p:nvPr>
        </p:nvSpPr>
        <p:spPr/>
        <p:txBody>
          <a:bodyPr/>
          <a:lstStyle/>
          <a:p>
            <a:r>
              <a:rPr lang="en-US" dirty="0"/>
              <a:t>E343 Spring 2022</a:t>
            </a:r>
          </a:p>
        </p:txBody>
      </p:sp>
      <p:sp>
        <p:nvSpPr>
          <p:cNvPr id="5" name="Slide Number Placeholder 4">
            <a:extLst>
              <a:ext uri="{FF2B5EF4-FFF2-40B4-BE49-F238E27FC236}">
                <a16:creationId xmlns:a16="http://schemas.microsoft.com/office/drawing/2014/main" id="{C85AE6EA-6C0A-D743-8076-C628ABC41725}"/>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37066068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E53E062-F611-0048-BE68-1C81EC853B4E}"/>
              </a:ext>
            </a:extLst>
          </p:cNvPr>
          <p:cNvSpPr>
            <a:spLocks noGrp="1"/>
          </p:cNvSpPr>
          <p:nvPr>
            <p:ph type="dt" sz="half" idx="10"/>
          </p:nvPr>
        </p:nvSpPr>
        <p:spPr/>
        <p:txBody>
          <a:bodyPr/>
          <a:lstStyle/>
          <a:p>
            <a:r>
              <a:rPr lang="en-US" dirty="0"/>
              <a:t>3/28/2022</a:t>
            </a:r>
          </a:p>
        </p:txBody>
      </p:sp>
      <p:sp>
        <p:nvSpPr>
          <p:cNvPr id="3" name="Footer Placeholder 2">
            <a:extLst>
              <a:ext uri="{FF2B5EF4-FFF2-40B4-BE49-F238E27FC236}">
                <a16:creationId xmlns:a16="http://schemas.microsoft.com/office/drawing/2014/main" id="{C7F5B87D-D734-9449-B1BD-1FE387A70BB8}"/>
              </a:ext>
            </a:extLst>
          </p:cNvPr>
          <p:cNvSpPr>
            <a:spLocks noGrp="1"/>
          </p:cNvSpPr>
          <p:nvPr>
            <p:ph type="ftr" sz="quarter" idx="11"/>
          </p:nvPr>
        </p:nvSpPr>
        <p:spPr/>
        <p:txBody>
          <a:bodyPr/>
          <a:lstStyle/>
          <a:p>
            <a:r>
              <a:rPr lang="en-US" dirty="0"/>
              <a:t>E343 Spring 2022</a:t>
            </a:r>
          </a:p>
        </p:txBody>
      </p:sp>
      <p:sp>
        <p:nvSpPr>
          <p:cNvPr id="4" name="Slide Number Placeholder 3">
            <a:extLst>
              <a:ext uri="{FF2B5EF4-FFF2-40B4-BE49-F238E27FC236}">
                <a16:creationId xmlns:a16="http://schemas.microsoft.com/office/drawing/2014/main" id="{B304C09E-FD10-1446-AD9C-800881CE49F0}"/>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4192229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C0687-C53E-AA4C-9731-E68A5FB2D9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670E3B4-5092-C64B-A636-DEEB8A8AD7D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4B6C7A0-C5BD-B04A-B18B-33CEB3B3EA6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205BB78-C902-6849-944F-0F6302F5DE69}"/>
              </a:ext>
            </a:extLst>
          </p:cNvPr>
          <p:cNvSpPr>
            <a:spLocks noGrp="1"/>
          </p:cNvSpPr>
          <p:nvPr>
            <p:ph type="dt" sz="half" idx="10"/>
          </p:nvPr>
        </p:nvSpPr>
        <p:spPr/>
        <p:txBody>
          <a:bodyPr/>
          <a:lstStyle/>
          <a:p>
            <a:r>
              <a:rPr lang="en-US" dirty="0"/>
              <a:t>3/28/2022</a:t>
            </a:r>
          </a:p>
        </p:txBody>
      </p:sp>
      <p:sp>
        <p:nvSpPr>
          <p:cNvPr id="6" name="Footer Placeholder 5">
            <a:extLst>
              <a:ext uri="{FF2B5EF4-FFF2-40B4-BE49-F238E27FC236}">
                <a16:creationId xmlns:a16="http://schemas.microsoft.com/office/drawing/2014/main" id="{C510EA03-D485-7745-B058-09EDA7835C85}"/>
              </a:ext>
            </a:extLst>
          </p:cNvPr>
          <p:cNvSpPr>
            <a:spLocks noGrp="1"/>
          </p:cNvSpPr>
          <p:nvPr>
            <p:ph type="ftr" sz="quarter" idx="11"/>
          </p:nvPr>
        </p:nvSpPr>
        <p:spPr/>
        <p:txBody>
          <a:bodyPr/>
          <a:lstStyle/>
          <a:p>
            <a:r>
              <a:rPr lang="en-US" dirty="0"/>
              <a:t>E343 Spring 2022</a:t>
            </a:r>
          </a:p>
        </p:txBody>
      </p:sp>
      <p:sp>
        <p:nvSpPr>
          <p:cNvPr id="7" name="Slide Number Placeholder 6">
            <a:extLst>
              <a:ext uri="{FF2B5EF4-FFF2-40B4-BE49-F238E27FC236}">
                <a16:creationId xmlns:a16="http://schemas.microsoft.com/office/drawing/2014/main" id="{CD52CFED-9FCD-5F44-976A-8761D696E82D}"/>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421352907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870CA-6731-DA4D-825D-7074CD872AB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6C239BE-C371-CB48-8694-D316D549D0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8929C7A-8419-5A45-8768-46F7859A9D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982B32-C92B-1D45-B966-0D3A3C6FA820}"/>
              </a:ext>
            </a:extLst>
          </p:cNvPr>
          <p:cNvSpPr>
            <a:spLocks noGrp="1"/>
          </p:cNvSpPr>
          <p:nvPr>
            <p:ph type="dt" sz="half" idx="10"/>
          </p:nvPr>
        </p:nvSpPr>
        <p:spPr/>
        <p:txBody>
          <a:bodyPr/>
          <a:lstStyle/>
          <a:p>
            <a:r>
              <a:rPr lang="en-US" dirty="0"/>
              <a:t>3/28/2022</a:t>
            </a:r>
          </a:p>
        </p:txBody>
      </p:sp>
      <p:sp>
        <p:nvSpPr>
          <p:cNvPr id="6" name="Footer Placeholder 5">
            <a:extLst>
              <a:ext uri="{FF2B5EF4-FFF2-40B4-BE49-F238E27FC236}">
                <a16:creationId xmlns:a16="http://schemas.microsoft.com/office/drawing/2014/main" id="{91835A67-5D2E-FC44-BB53-FB8058661778}"/>
              </a:ext>
            </a:extLst>
          </p:cNvPr>
          <p:cNvSpPr>
            <a:spLocks noGrp="1"/>
          </p:cNvSpPr>
          <p:nvPr>
            <p:ph type="ftr" sz="quarter" idx="11"/>
          </p:nvPr>
        </p:nvSpPr>
        <p:spPr/>
        <p:txBody>
          <a:bodyPr/>
          <a:lstStyle/>
          <a:p>
            <a:r>
              <a:rPr lang="en-US" dirty="0"/>
              <a:t>E343 Spring 2022</a:t>
            </a:r>
          </a:p>
        </p:txBody>
      </p:sp>
      <p:sp>
        <p:nvSpPr>
          <p:cNvPr id="7" name="Slide Number Placeholder 6">
            <a:extLst>
              <a:ext uri="{FF2B5EF4-FFF2-40B4-BE49-F238E27FC236}">
                <a16:creationId xmlns:a16="http://schemas.microsoft.com/office/drawing/2014/main" id="{226F4661-8E7A-7C48-9CC0-A838008CD1A4}"/>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2630265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EDD39-3764-7047-BCB9-770FEDDCD1F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21E39D-BB75-FB41-925F-A50B2744A8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1E583B-D62D-1645-A1BC-D4A12DDD519D}"/>
              </a:ext>
            </a:extLst>
          </p:cNvPr>
          <p:cNvSpPr>
            <a:spLocks noGrp="1"/>
          </p:cNvSpPr>
          <p:nvPr>
            <p:ph type="dt" sz="half" idx="10"/>
          </p:nvPr>
        </p:nvSpPr>
        <p:spPr/>
        <p:txBody>
          <a:bodyPr/>
          <a:lstStyle/>
          <a:p>
            <a:r>
              <a:rPr lang="en-US" dirty="0"/>
              <a:t>3/28/2022</a:t>
            </a:r>
          </a:p>
        </p:txBody>
      </p:sp>
      <p:sp>
        <p:nvSpPr>
          <p:cNvPr id="5" name="Footer Placeholder 4">
            <a:extLst>
              <a:ext uri="{FF2B5EF4-FFF2-40B4-BE49-F238E27FC236}">
                <a16:creationId xmlns:a16="http://schemas.microsoft.com/office/drawing/2014/main" id="{04F87A39-B86F-534E-807E-A5E4120476B6}"/>
              </a:ext>
            </a:extLst>
          </p:cNvPr>
          <p:cNvSpPr>
            <a:spLocks noGrp="1"/>
          </p:cNvSpPr>
          <p:nvPr>
            <p:ph type="ftr" sz="quarter" idx="11"/>
          </p:nvPr>
        </p:nvSpPr>
        <p:spPr/>
        <p:txBody>
          <a:bodyPr/>
          <a:lstStyle/>
          <a:p>
            <a:r>
              <a:rPr lang="en-US" dirty="0"/>
              <a:t>E343 Spring 2022</a:t>
            </a:r>
          </a:p>
        </p:txBody>
      </p:sp>
      <p:sp>
        <p:nvSpPr>
          <p:cNvPr id="6" name="Slide Number Placeholder 5">
            <a:extLst>
              <a:ext uri="{FF2B5EF4-FFF2-40B4-BE49-F238E27FC236}">
                <a16:creationId xmlns:a16="http://schemas.microsoft.com/office/drawing/2014/main" id="{8771AB84-668F-8E45-BC51-010E075BD83C}"/>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41040130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8DBB410-7282-D843-8749-7D34738E9B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06BF209-FBEA-7A40-98DB-0FCE66C95EB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76BCAE-64D8-224F-B3DB-DE5B09841E01}"/>
              </a:ext>
            </a:extLst>
          </p:cNvPr>
          <p:cNvSpPr>
            <a:spLocks noGrp="1"/>
          </p:cNvSpPr>
          <p:nvPr>
            <p:ph type="dt" sz="half" idx="10"/>
          </p:nvPr>
        </p:nvSpPr>
        <p:spPr/>
        <p:txBody>
          <a:bodyPr/>
          <a:lstStyle/>
          <a:p>
            <a:r>
              <a:rPr lang="en-US" dirty="0"/>
              <a:t>3/28/2022</a:t>
            </a:r>
          </a:p>
        </p:txBody>
      </p:sp>
      <p:sp>
        <p:nvSpPr>
          <p:cNvPr id="5" name="Footer Placeholder 4">
            <a:extLst>
              <a:ext uri="{FF2B5EF4-FFF2-40B4-BE49-F238E27FC236}">
                <a16:creationId xmlns:a16="http://schemas.microsoft.com/office/drawing/2014/main" id="{7F779A90-1849-1F46-A0E6-3038D7FD9B73}"/>
              </a:ext>
            </a:extLst>
          </p:cNvPr>
          <p:cNvSpPr>
            <a:spLocks noGrp="1"/>
          </p:cNvSpPr>
          <p:nvPr>
            <p:ph type="ftr" sz="quarter" idx="11"/>
          </p:nvPr>
        </p:nvSpPr>
        <p:spPr/>
        <p:txBody>
          <a:bodyPr/>
          <a:lstStyle/>
          <a:p>
            <a:r>
              <a:rPr lang="en-US" dirty="0"/>
              <a:t>E343 Spring 2022</a:t>
            </a:r>
          </a:p>
        </p:txBody>
      </p:sp>
      <p:sp>
        <p:nvSpPr>
          <p:cNvPr id="6" name="Slide Number Placeholder 5">
            <a:extLst>
              <a:ext uri="{FF2B5EF4-FFF2-40B4-BE49-F238E27FC236}">
                <a16:creationId xmlns:a16="http://schemas.microsoft.com/office/drawing/2014/main" id="{EE05D28A-C0A6-DE4C-BC08-6399A68F6AA9}"/>
              </a:ext>
            </a:extLst>
          </p:cNvPr>
          <p:cNvSpPr>
            <a:spLocks noGrp="1"/>
          </p:cNvSpPr>
          <p:nvPr>
            <p:ph type="sldNum" sz="quarter" idx="12"/>
          </p:nvPr>
        </p:nvSpPr>
        <p:spPr/>
        <p:txBody>
          <a:bodyPr/>
          <a:lstStyle/>
          <a:p>
            <a:fld id="{92E776D5-2F1F-AF4D-ADBD-1B3DDD23E66C}" type="slidenum">
              <a:rPr lang="en-US" smtClean="0"/>
              <a:t>‹#›</a:t>
            </a:fld>
            <a:endParaRPr lang="en-US"/>
          </a:p>
        </p:txBody>
      </p:sp>
    </p:spTree>
    <p:extLst>
      <p:ext uri="{BB962C8B-B14F-4D97-AF65-F5344CB8AC3E}">
        <p14:creationId xmlns:p14="http://schemas.microsoft.com/office/powerpoint/2010/main" val="218534264"/>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F86FDD-8B08-5041-AE7A-F91C4C6028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AE81EFFB-5131-E642-A8A6-C08A774B3A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6652BB-E44C-C843-9865-ABB4201A83D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dirty="0"/>
              <a:t>3/28/2022</a:t>
            </a:r>
          </a:p>
        </p:txBody>
      </p:sp>
      <p:sp>
        <p:nvSpPr>
          <p:cNvPr id="5" name="Footer Placeholder 4">
            <a:extLst>
              <a:ext uri="{FF2B5EF4-FFF2-40B4-BE49-F238E27FC236}">
                <a16:creationId xmlns:a16="http://schemas.microsoft.com/office/drawing/2014/main" id="{F19E6CE6-A7F6-5647-8DC8-7F500F45E6E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E343 Spring 2022</a:t>
            </a:r>
          </a:p>
        </p:txBody>
      </p:sp>
      <p:sp>
        <p:nvSpPr>
          <p:cNvPr id="6" name="Slide Number Placeholder 5">
            <a:extLst>
              <a:ext uri="{FF2B5EF4-FFF2-40B4-BE49-F238E27FC236}">
                <a16:creationId xmlns:a16="http://schemas.microsoft.com/office/drawing/2014/main" id="{B05A4FD1-3D51-7646-8EF1-AAA2BD5448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2E776D5-2F1F-AF4D-ADBD-1B3DDD23E66C}" type="slidenum">
              <a:rPr lang="en-US" smtClean="0"/>
              <a:t>‹#›</a:t>
            </a:fld>
            <a:endParaRPr lang="en-US"/>
          </a:p>
        </p:txBody>
      </p:sp>
    </p:spTree>
    <p:extLst>
      <p:ext uri="{BB962C8B-B14F-4D97-AF65-F5344CB8AC3E}">
        <p14:creationId xmlns:p14="http://schemas.microsoft.com/office/powerpoint/2010/main" val="322898638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6.xml"/><Relationship Id="rId4" Type="http://schemas.openxmlformats.org/officeDocument/2006/relationships/notesSlide" Target="../notesSlides/notesSlide5.xml"/></Relationships>
</file>

<file path=ppt/slides/_rels/slide6.xml.rels><?xml version="1.0" encoding="UTF-8"?><Relationships xmlns="http://schemas.openxmlformats.org/package/2006/relationships"><Relationship Id="rId3" Type="http://schemas.openxmlformats.org/officeDocument/2006/relationships/image" Target="../media/image5.png"/><Relationship Id="rId1" Type="http://schemas.openxmlformats.org/officeDocument/2006/relationships/slideLayout" Target="../slideLayouts/slideLayout6.xml"/><Relationship Id="rId4" Type="http://schemas.openxmlformats.org/officeDocument/2006/relationships/notesSlide" Target="../notesSlides/notesSlide6.xml"/></Relationships>
</file>

<file path=ppt/slides/_rels/slide7.xml.rels><?xml version="1.0" encoding="UTF-8"?><Relationships xmlns="http://schemas.openxmlformats.org/package/2006/relationships"><Relationship Id="rId3" Type="http://schemas.openxmlformats.org/officeDocument/2006/relationships/image" Target="../media/image6.png"/><Relationship Id="rId1" Type="http://schemas.openxmlformats.org/officeDocument/2006/relationships/slideLayout" Target="../slideLayouts/slideLayout6.xml"/><Relationship Id="rId4" Type="http://schemas.openxmlformats.org/officeDocument/2006/relationships/notesSlide" Target="../notesSlides/notesSlide7.xml"/></Relationships>
</file>

<file path=ppt/slides/_rels/slide8.xml.rels><?xml version="1.0" encoding="UTF-8"?><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Relationships xmlns="http://schemas.openxmlformats.org/package/2006/relationships"><Relationship Id="rId3" Type="http://schemas.openxmlformats.org/officeDocument/2006/relationships/image" Target="../media/image7.png"/><Relationship Id="rId1" Type="http://schemas.openxmlformats.org/officeDocument/2006/relationships/slideLayout" Target="../slideLayouts/slideLayout6.xml"/><Relationship Id="rId4" Type="http://schemas.openxmlformats.org/officeDocument/2006/relationships/notesSlide" Target="../notesSlides/notesSlide9.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Relationships xmlns="http://schemas.openxmlformats.org/package/2006/relationships"><Relationship Id="rId3" Type="http://schemas.openxmlformats.org/officeDocument/2006/relationships/image" Target="../media/image8.png"/><Relationship Id="rId1" Type="http://schemas.openxmlformats.org/officeDocument/2006/relationships/slideLayout" Target="../slideLayouts/slideLayout3.xml"/><Relationship Id="rId4" Type="http://schemas.openxmlformats.org/officeDocument/2006/relationships/hyperlink" Target="https://iu.mediaspace.kaltura.com/media/t/1_84eifhh3" TargetMode="External"/><Relationship Id="rId5" Type="http://schemas.openxmlformats.org/officeDocument/2006/relationships/notesSlide" Target="../notesSlides/notesSlide12.xml"/></Relationships>
</file>

<file path=ppt/slides/_rels/slide13.xml.rels><?xml version="1.0" encoding="UTF-8"?><Relationships xmlns="http://schemas.openxmlformats.org/package/2006/relationships"><Relationship Id="rId3" Type="http://schemas.openxmlformats.org/officeDocument/2006/relationships/hyperlink" Target="https://iu.mediaspace.kaltura.com/media/t/1_84eifhh3" TargetMode="External"/><Relationship Id="rId1" Type="http://schemas.openxmlformats.org/officeDocument/2006/relationships/slideLayout" Target="../slideLayouts/slideLayout3.xml"/><Relationship Id="rId4" Type="http://schemas.openxmlformats.org/officeDocument/2006/relationships/image" Target="../media/image9.png"/><Relationship Id="rId5" Type="http://schemas.openxmlformats.org/officeDocument/2006/relationships/notesSlide" Target="../notesSlides/notesSlide13.xml"/></Relationships>
</file>

<file path=ppt/slides/_rels/slide14.xml.rels><?xml version="1.0" encoding="UTF-8"?><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Relationships xmlns="http://schemas.openxmlformats.org/package/2006/relationships"><Relationship Id="rId3"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notesSlide" Target="../notesSlides/notesSlide15.xml"/></Relationships>
</file>

<file path=ppt/slides/_rels/slide16.xml.rels><?xml version="1.0" encoding="UTF-8"?><Relationships xmlns="http://schemas.openxmlformats.org/package/2006/relationships"><Relationship Id="rId3" Type="http://schemas.openxmlformats.org/officeDocument/2006/relationships/image" Target="../media/image11.png"/><Relationship Id="rId1" Type="http://schemas.openxmlformats.org/officeDocument/2006/relationships/slideLayout" Target="../slideLayouts/slideLayout6.xml"/><Relationship Id="rId4" Type="http://schemas.openxmlformats.org/officeDocument/2006/relationships/notesSlide" Target="../notesSlides/notesSlide16.xml"/></Relationships>
</file>

<file path=ppt/slides/_rels/slide17.xml.rels><?xml version="1.0" encoding="UTF-8"?><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 Id="rId3" Type="http://schemas.openxmlformats.org/officeDocument/2006/relationships/notesSlide" Target="../notesSlides/notesSlide17.xml"/></Relationships>
</file>

<file path=ppt/slides/_rels/slide18.xml.rels><?xml version="1.0" encoding="UTF-8"?><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 Id="rId3" Type="http://schemas.openxmlformats.org/officeDocument/2006/relationships/notesSlide" Target="../notesSlides/notesSlide18.xml"/></Relationships>
</file>

<file path=ppt/slides/_rels/slide19.xml.rels><?xml version="1.0" encoding="UTF-8"?><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 Id="rId3" Type="http://schemas.openxmlformats.org/officeDocument/2006/relationships/notesSlide" Target="../notesSlides/notesSlide19.xml"/></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 Id="rId3"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ADA58-8525-9242-FA8B-6F52F395D4B3}"/>
              </a:ext>
            </a:extLst>
          </p:cNvPr>
          <p:cNvSpPr>
            <a:spLocks noGrp="1"/>
          </p:cNvSpPr>
          <p:nvPr>
            <p:ph type="ctrTitle"/>
          </p:nvPr>
        </p:nvSpPr>
        <p:spPr/>
        <p:txBody>
          <a:bodyPr/>
          <a:lstStyle/>
          <a:p>
            <a:r>
              <a:rPr lang="en-US" dirty="0"/>
              <a:t>E343: Week 11 Day 1</a:t>
            </a:r>
          </a:p>
        </p:txBody>
      </p:sp>
      <p:sp>
        <p:nvSpPr>
          <p:cNvPr id="3" name="Subtitle 2">
            <a:extLst>
              <a:ext uri="{FF2B5EF4-FFF2-40B4-BE49-F238E27FC236}">
                <a16:creationId xmlns:a16="http://schemas.microsoft.com/office/drawing/2014/main" id="{C1E86A0F-7742-197C-D981-D38DF4C73D84}"/>
              </a:ext>
            </a:extLst>
          </p:cNvPr>
          <p:cNvSpPr>
            <a:spLocks noGrp="1"/>
          </p:cNvSpPr>
          <p:nvPr>
            <p:ph type="subTitle" idx="1"/>
          </p:nvPr>
        </p:nvSpPr>
        <p:spPr/>
        <p:txBody>
          <a:bodyPr/>
          <a:lstStyle/>
          <a:p>
            <a:r>
              <a:rPr lang="en-US" dirty="0" err="1"/>
              <a:t>VdW</a:t>
            </a:r>
            <a:r>
              <a:rPr lang="en-US" dirty="0"/>
              <a:t xml:space="preserve"> Reading p. 204-216, Basic Multiplication &amp; Division Fact Instruction </a:t>
            </a:r>
          </a:p>
        </p:txBody>
      </p:sp>
      <p:sp>
        <p:nvSpPr>
          <p:cNvPr id="4" name="Date Placeholder 3">
            <a:extLst>
              <a:ext uri="{FF2B5EF4-FFF2-40B4-BE49-F238E27FC236}">
                <a16:creationId xmlns:a16="http://schemas.microsoft.com/office/drawing/2014/main" id="{16D45181-768A-6596-8FCD-D1269B9F2343}"/>
              </a:ext>
            </a:extLst>
          </p:cNvPr>
          <p:cNvSpPr>
            <a:spLocks noGrp="1"/>
          </p:cNvSpPr>
          <p:nvPr>
            <p:ph type="dt" sz="half" idx="10"/>
          </p:nvPr>
        </p:nvSpPr>
        <p:spPr/>
        <p:txBody>
          <a:bodyPr/>
          <a:lstStyle/>
          <a:p>
            <a:r>
              <a:rPr lang="en-US"/>
              <a:t>3/28/2022</a:t>
            </a:r>
            <a:endParaRPr lang="en-US" dirty="0"/>
          </a:p>
        </p:txBody>
      </p:sp>
      <p:sp>
        <p:nvSpPr>
          <p:cNvPr id="5" name="Footer Placeholder 4">
            <a:extLst>
              <a:ext uri="{FF2B5EF4-FFF2-40B4-BE49-F238E27FC236}">
                <a16:creationId xmlns:a16="http://schemas.microsoft.com/office/drawing/2014/main" id="{3B6EFA5C-0FE2-28BE-0F3C-D734B79DC888}"/>
              </a:ext>
            </a:extLst>
          </p:cNvPr>
          <p:cNvSpPr>
            <a:spLocks noGrp="1"/>
          </p:cNvSpPr>
          <p:nvPr>
            <p:ph type="ftr" sz="quarter" idx="11"/>
          </p:nvPr>
        </p:nvSpPr>
        <p:spPr/>
        <p:txBody>
          <a:bodyPr/>
          <a:lstStyle/>
          <a:p>
            <a:r>
              <a:rPr lang="en-US"/>
              <a:t>E343 Spring 2022</a:t>
            </a:r>
            <a:endParaRPr lang="en-US" dirty="0"/>
          </a:p>
        </p:txBody>
      </p:sp>
      <p:sp>
        <p:nvSpPr>
          <p:cNvPr id="6" name="Slide Number Placeholder 5">
            <a:extLst>
              <a:ext uri="{FF2B5EF4-FFF2-40B4-BE49-F238E27FC236}">
                <a16:creationId xmlns:a16="http://schemas.microsoft.com/office/drawing/2014/main" id="{BD4F74A5-2234-7952-EC8C-FEEB86F08BF1}"/>
              </a:ext>
            </a:extLst>
          </p:cNvPr>
          <p:cNvSpPr>
            <a:spLocks noGrp="1"/>
          </p:cNvSpPr>
          <p:nvPr>
            <p:ph type="sldNum" sz="quarter" idx="12"/>
          </p:nvPr>
        </p:nvSpPr>
        <p:spPr/>
        <p:txBody>
          <a:bodyPr/>
          <a:lstStyle/>
          <a:p>
            <a:fld id="{92E776D5-2F1F-AF4D-ADBD-1B3DDD23E66C}" type="slidenum">
              <a:rPr lang="en-US" smtClean="0"/>
              <a:t>1</a:t>
            </a:fld>
            <a:endParaRPr lang="en-US"/>
          </a:p>
        </p:txBody>
      </p:sp>
    </p:spTree>
    <p:extLst>
      <p:ext uri="{BB962C8B-B14F-4D97-AF65-F5344CB8AC3E}">
        <p14:creationId xmlns:p14="http://schemas.microsoft.com/office/powerpoint/2010/main" val="12399810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5" name="Group 14">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21" name="Freeform: Shape 15">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17">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5" name="Title 4">
            <a:extLst>
              <a:ext uri="{FF2B5EF4-FFF2-40B4-BE49-F238E27FC236}">
                <a16:creationId xmlns:a16="http://schemas.microsoft.com/office/drawing/2014/main" id="{FCD08F68-CE29-AB56-F19E-C8D3E61EEB13}"/>
              </a:ext>
            </a:extLst>
          </p:cNvPr>
          <p:cNvSpPr>
            <a:spLocks noGrp="1"/>
          </p:cNvSpPr>
          <p:nvPr>
            <p:ph type="title"/>
          </p:nvPr>
        </p:nvSpPr>
        <p:spPr>
          <a:xfrm>
            <a:off x="640080" y="1243013"/>
            <a:ext cx="3855720" cy="4371974"/>
          </a:xfrm>
        </p:spPr>
        <p:txBody>
          <a:bodyPr>
            <a:normAutofit/>
          </a:bodyPr>
          <a:lstStyle/>
          <a:p>
            <a:r>
              <a:rPr lang="en-US" sz="5000" dirty="0">
                <a:solidFill>
                  <a:schemeClr val="tx2"/>
                </a:solidFill>
              </a:rPr>
              <a:t>Agenda</a:t>
            </a:r>
          </a:p>
        </p:txBody>
      </p:sp>
      <p:sp>
        <p:nvSpPr>
          <p:cNvPr id="6" name="Content Placeholder 5">
            <a:extLst>
              <a:ext uri="{FF2B5EF4-FFF2-40B4-BE49-F238E27FC236}">
                <a16:creationId xmlns:a16="http://schemas.microsoft.com/office/drawing/2014/main" id="{B5EEBC8F-639C-08E4-04F2-3E938EA3EFAD}"/>
              </a:ext>
            </a:extLst>
          </p:cNvPr>
          <p:cNvSpPr>
            <a:spLocks noGrp="1"/>
          </p:cNvSpPr>
          <p:nvPr>
            <p:ph idx="1"/>
          </p:nvPr>
        </p:nvSpPr>
        <p:spPr>
          <a:xfrm>
            <a:off x="6172200" y="804672"/>
            <a:ext cx="5221224" cy="5230368"/>
          </a:xfrm>
        </p:spPr>
        <p:txBody>
          <a:bodyPr anchor="ctr">
            <a:normAutofit/>
          </a:bodyPr>
          <a:lstStyle/>
          <a:p>
            <a:pPr marL="285750" indent="-285750">
              <a:buFont typeface="Arial" panose="020B0604020202020204" pitchFamily="34" charset="0"/>
              <a:buChar char="•"/>
            </a:pPr>
            <a:r>
              <a:rPr lang="en-US" sz="3200" dirty="0">
                <a:solidFill>
                  <a:schemeClr val="tx2"/>
                </a:solidFill>
              </a:rPr>
              <a:t>Finish Multiplication &amp; Division Problem Types</a:t>
            </a:r>
          </a:p>
          <a:p>
            <a:pPr marL="285750" indent="-285750">
              <a:buFont typeface="Arial" panose="020B0604020202020204" pitchFamily="34" charset="0"/>
              <a:buChar char="•"/>
            </a:pPr>
            <a:r>
              <a:rPr lang="en-US" sz="3200" dirty="0">
                <a:solidFill>
                  <a:schemeClr val="tx2"/>
                </a:solidFill>
              </a:rPr>
              <a:t>Analyze instruction of basic multiplication facts</a:t>
            </a:r>
          </a:p>
          <a:p>
            <a:pPr marL="285750" indent="-285750">
              <a:buFont typeface="Arial" panose="020B0604020202020204" pitchFamily="34" charset="0"/>
              <a:buChar char="•"/>
            </a:pPr>
            <a:r>
              <a:rPr lang="en-US" sz="3200" dirty="0">
                <a:solidFill>
                  <a:schemeClr val="tx2"/>
                </a:solidFill>
              </a:rPr>
              <a:t>Plan instruction for basic multiplication facts</a:t>
            </a:r>
          </a:p>
          <a:p>
            <a:pPr marL="285750" indent="-285750">
              <a:buFont typeface="Arial" panose="020B0604020202020204" pitchFamily="34" charset="0"/>
              <a:buChar char="•"/>
            </a:pPr>
            <a:endParaRPr lang="en-US" sz="3200" dirty="0">
              <a:solidFill>
                <a:schemeClr val="tx2"/>
              </a:solidFill>
            </a:endParaRPr>
          </a:p>
          <a:p>
            <a:pPr marL="0" indent="0">
              <a:buNone/>
            </a:pPr>
            <a:endParaRPr lang="en-US" sz="3200" dirty="0">
              <a:solidFill>
                <a:schemeClr val="tx2"/>
              </a:solidFill>
            </a:endParaRPr>
          </a:p>
        </p:txBody>
      </p:sp>
    </p:spTree>
    <p:extLst>
      <p:ext uri="{BB962C8B-B14F-4D97-AF65-F5344CB8AC3E}">
        <p14:creationId xmlns:p14="http://schemas.microsoft.com/office/powerpoint/2010/main" val="10057177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BBF2E-6A67-D714-B673-C6BEA7890851}"/>
              </a:ext>
            </a:extLst>
          </p:cNvPr>
          <p:cNvSpPr>
            <a:spLocks noGrp="1"/>
          </p:cNvSpPr>
          <p:nvPr>
            <p:ph type="title"/>
          </p:nvPr>
        </p:nvSpPr>
        <p:spPr/>
        <p:txBody>
          <a:bodyPr/>
          <a:lstStyle/>
          <a:p>
            <a:r>
              <a:rPr lang="en-US" dirty="0"/>
              <a:t>Problem Types and Unknown Parts, Unit 3 Packet P. 18</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5CDF069-5A71-018E-43CB-C94DF03CDD19}"/>
                  </a:ext>
                </a:extLst>
              </p:cNvPr>
              <p:cNvSpPr>
                <a:spLocks noGrp="1"/>
              </p:cNvSpPr>
              <p:nvPr>
                <p:ph idx="1"/>
              </p:nvPr>
            </p:nvSpPr>
            <p:spPr/>
            <p:txBody>
              <a:bodyPr>
                <a:normAutofit fontScale="92500" lnSpcReduction="10000"/>
              </a:bodyPr>
              <a:lstStyle/>
              <a:p>
                <a:r>
                  <a:rPr lang="en-US" dirty="0"/>
                  <a:t>Equal groups, array, comparison, area, and combination</a:t>
                </a:r>
              </a:p>
              <a:p>
                <a:endParaRPr lang="en-US" dirty="0"/>
              </a:p>
              <a:p>
                <a:r>
                  <a:rPr lang="en-US" dirty="0"/>
                  <a:t>Book only emphasizes calculation equations. We can think of semantic equations, but let’s just focus on kinds of division.</a:t>
                </a:r>
              </a:p>
              <a:p>
                <a:endParaRPr lang="en-US" dirty="0"/>
              </a:p>
              <a:p>
                <a:pPr lvl="1"/>
                <a:r>
                  <a:rPr lang="en-US" dirty="0"/>
                  <a:t>Partition/sharing division means we need to determine the group size</a:t>
                </a:r>
              </a:p>
              <a:p>
                <a:pPr lvl="1"/>
                <a:r>
                  <a:rPr lang="en-US" dirty="0"/>
                  <a:t>Measurement division means we need to determine the number of groups</a:t>
                </a:r>
              </a:p>
              <a:p>
                <a:pPr lvl="1"/>
                <a:endParaRPr lang="en-US" dirty="0"/>
              </a:p>
              <a:p>
                <a:r>
                  <a:rPr lang="en-US" dirty="0"/>
                  <a:t>Division as an inverse of multiplication means understanding the relationship between multiplication and division</a:t>
                </a:r>
              </a:p>
              <a:p>
                <a:pPr lvl="1"/>
                <a:r>
                  <a:rPr lang="en-US" dirty="0"/>
                  <a:t xml:space="preserve">6 x 7 = 42 implies 42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xml:space="preserve"> 6 = 7 </a:t>
                </a:r>
              </a:p>
            </p:txBody>
          </p:sp>
        </mc:Choice>
        <mc:Fallback xmlns="">
          <p:sp>
            <p:nvSpPr>
              <p:cNvPr id="3" name="Content Placeholder 2">
                <a:extLst>
                  <a:ext uri="{FF2B5EF4-FFF2-40B4-BE49-F238E27FC236}">
                    <a16:creationId xmlns:a16="http://schemas.microsoft.com/office/drawing/2014/main" id="{45CDF069-5A71-018E-43CB-C94DF03CDD19}"/>
                  </a:ext>
                </a:extLst>
              </p:cNvPr>
              <p:cNvSpPr>
                <a:spLocks noGrp="1" noRot="1" noChangeAspect="1" noMove="1" noResize="1" noEditPoints="1" noAdjustHandles="1" noChangeArrowheads="1" noChangeShapeType="1" noTextEdit="1"/>
              </p:cNvSpPr>
              <p:nvPr>
                <p:ph idx="1"/>
              </p:nvPr>
            </p:nvSpPr>
            <p:spPr>
              <a:blipFill>
                <a:blip r:embed="rId2"/>
                <a:stretch>
                  <a:fillRect l="-965" t="-2616"/>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DE626561-1EF7-780B-57AC-D274A105C46B}"/>
              </a:ext>
            </a:extLst>
          </p:cNvPr>
          <p:cNvSpPr>
            <a:spLocks noGrp="1"/>
          </p:cNvSpPr>
          <p:nvPr>
            <p:ph type="dt" sz="half" idx="10"/>
          </p:nvPr>
        </p:nvSpPr>
        <p:spPr/>
        <p:txBody>
          <a:bodyPr/>
          <a:lstStyle/>
          <a:p>
            <a:r>
              <a:rPr lang="en-US"/>
              <a:t>3/28/2022</a:t>
            </a:r>
            <a:endParaRPr lang="en-US" dirty="0"/>
          </a:p>
        </p:txBody>
      </p:sp>
      <p:sp>
        <p:nvSpPr>
          <p:cNvPr id="5" name="Footer Placeholder 4">
            <a:extLst>
              <a:ext uri="{FF2B5EF4-FFF2-40B4-BE49-F238E27FC236}">
                <a16:creationId xmlns:a16="http://schemas.microsoft.com/office/drawing/2014/main" id="{7FA10A28-22D0-9CE2-309B-FFFE9C164D12}"/>
              </a:ext>
            </a:extLst>
          </p:cNvPr>
          <p:cNvSpPr>
            <a:spLocks noGrp="1"/>
          </p:cNvSpPr>
          <p:nvPr>
            <p:ph type="ftr" sz="quarter" idx="11"/>
          </p:nvPr>
        </p:nvSpPr>
        <p:spPr/>
        <p:txBody>
          <a:bodyPr/>
          <a:lstStyle/>
          <a:p>
            <a:r>
              <a:rPr lang="en-US"/>
              <a:t>E343 Spring 2022</a:t>
            </a:r>
            <a:endParaRPr lang="en-US" dirty="0"/>
          </a:p>
        </p:txBody>
      </p:sp>
      <p:sp>
        <p:nvSpPr>
          <p:cNvPr id="6" name="Slide Number Placeholder 5">
            <a:extLst>
              <a:ext uri="{FF2B5EF4-FFF2-40B4-BE49-F238E27FC236}">
                <a16:creationId xmlns:a16="http://schemas.microsoft.com/office/drawing/2014/main" id="{6CEE497A-1DBC-7BC6-0934-269181BFCABA}"/>
              </a:ext>
            </a:extLst>
          </p:cNvPr>
          <p:cNvSpPr>
            <a:spLocks noGrp="1"/>
          </p:cNvSpPr>
          <p:nvPr>
            <p:ph type="sldNum" sz="quarter" idx="12"/>
          </p:nvPr>
        </p:nvSpPr>
        <p:spPr/>
        <p:txBody>
          <a:bodyPr/>
          <a:lstStyle/>
          <a:p>
            <a:fld id="{92E776D5-2F1F-AF4D-ADBD-1B3DDD23E66C}" type="slidenum">
              <a:rPr lang="en-US" smtClean="0"/>
              <a:t>3</a:t>
            </a:fld>
            <a:endParaRPr lang="en-US"/>
          </a:p>
        </p:txBody>
      </p:sp>
    </p:spTree>
    <p:extLst>
      <p:ext uri="{BB962C8B-B14F-4D97-AF65-F5344CB8AC3E}">
        <p14:creationId xmlns:p14="http://schemas.microsoft.com/office/powerpoint/2010/main" val="15348781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8D9D63-DA5F-473D-2D24-204D5089B211}"/>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96E341FE-BA36-3523-EFA3-A41378EBB8DF}"/>
              </a:ext>
            </a:extLst>
          </p:cNvPr>
          <p:cNvSpPr>
            <a:spLocks noGrp="1"/>
          </p:cNvSpPr>
          <p:nvPr>
            <p:ph type="body" idx="1"/>
          </p:nvPr>
        </p:nvSpPr>
        <p:spPr/>
        <p:txBody>
          <a:bodyPr/>
          <a:lstStyle/>
          <a:p>
            <a:endParaRPr lang="en-US"/>
          </a:p>
        </p:txBody>
      </p:sp>
      <p:pic>
        <p:nvPicPr>
          <p:cNvPr id="5" name="Picture 4" descr="A screenshot of a math test  Description automatically generated">
            <a:extLst>
              <a:ext uri="{FF2B5EF4-FFF2-40B4-BE49-F238E27FC236}">
                <a16:creationId xmlns:a16="http://schemas.microsoft.com/office/drawing/2014/main" id="{8188E56F-8F8E-FC0C-088A-230CD4AABD30}"/>
              </a:ext>
            </a:extLst>
          </p:cNvPr>
          <p:cNvPicPr>
            <a:picLocks noChangeAspect="1"/>
          </p:cNvPicPr>
          <p:nvPr/>
        </p:nvPicPr>
        <p:blipFill>
          <a:blip r:embed="rId2"/>
          <a:stretch>
            <a:fillRect/>
          </a:stretch>
        </p:blipFill>
        <p:spPr>
          <a:xfrm>
            <a:off x="844550" y="909740"/>
            <a:ext cx="10036360" cy="5413105"/>
          </a:xfrm>
          <a:prstGeom prst="rect">
            <a:avLst/>
          </a:prstGeom>
        </p:spPr>
      </p:pic>
      <p:sp>
        <p:nvSpPr>
          <p:cNvPr id="4" name="TextBox 3">
            <a:extLst>
              <a:ext uri="{FF2B5EF4-FFF2-40B4-BE49-F238E27FC236}">
                <a16:creationId xmlns:a16="http://schemas.microsoft.com/office/drawing/2014/main" id="{879CEABD-A1A4-5631-7AF4-36C862098703}"/>
              </a:ext>
            </a:extLst>
          </p:cNvPr>
          <p:cNvSpPr txBox="1"/>
          <p:nvPr/>
        </p:nvSpPr>
        <p:spPr>
          <a:xfrm>
            <a:off x="831850" y="333632"/>
            <a:ext cx="6619274" cy="369332"/>
          </a:xfrm>
          <a:prstGeom prst="rect">
            <a:avLst/>
          </a:prstGeom>
          <a:noFill/>
        </p:spPr>
        <p:txBody>
          <a:bodyPr wrap="square" rtlCol="0">
            <a:spAutoFit/>
          </a:bodyPr>
          <a:lstStyle/>
          <a:p>
            <a:r>
              <a:rPr lang="en-US" dirty="0"/>
              <a:t>Unit 3 Packet, p. 18</a:t>
            </a:r>
          </a:p>
        </p:txBody>
      </p:sp>
    </p:spTree>
    <p:extLst>
      <p:ext uri="{BB962C8B-B14F-4D97-AF65-F5344CB8AC3E}">
        <p14:creationId xmlns:p14="http://schemas.microsoft.com/office/powerpoint/2010/main" val="240390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1D36A-BE2B-C037-5CB6-0DFA050D69FD}"/>
              </a:ext>
            </a:extLst>
          </p:cNvPr>
          <p:cNvSpPr>
            <a:spLocks noGrp="1"/>
          </p:cNvSpPr>
          <p:nvPr>
            <p:ph type="title"/>
          </p:nvPr>
        </p:nvSpPr>
        <p:spPr/>
        <p:txBody>
          <a:bodyPr/>
          <a:lstStyle/>
          <a:p>
            <a:r>
              <a:rPr lang="en-US" dirty="0"/>
              <a:t>Commutative Property: Area Model</a:t>
            </a:r>
          </a:p>
        </p:txBody>
      </p:sp>
      <p:sp>
        <p:nvSpPr>
          <p:cNvPr id="5" name="Slide Number Placeholder 4">
            <a:extLst>
              <a:ext uri="{FF2B5EF4-FFF2-40B4-BE49-F238E27FC236}">
                <a16:creationId xmlns:a16="http://schemas.microsoft.com/office/drawing/2014/main" id="{94C5887C-E132-61FA-F144-8DE933539C9A}"/>
              </a:ext>
            </a:extLst>
          </p:cNvPr>
          <p:cNvSpPr>
            <a:spLocks noGrp="1"/>
          </p:cNvSpPr>
          <p:nvPr>
            <p:ph type="sldNum" sz="quarter" idx="12"/>
          </p:nvPr>
        </p:nvSpPr>
        <p:spPr/>
        <p:txBody>
          <a:bodyPr/>
          <a:lstStyle/>
          <a:p>
            <a:fld id="{92E776D5-2F1F-AF4D-ADBD-1B3DDD23E66C}" type="slidenum">
              <a:rPr lang="en-US" smtClean="0"/>
              <a:t>5</a:t>
            </a:fld>
            <a:endParaRPr lang="en-US"/>
          </a:p>
        </p:txBody>
      </p:sp>
      <p:pic>
        <p:nvPicPr>
          <p:cNvPr id="7" name="Picture 6" descr="A grid of paper with black text  AI-generated content may be incorrect.">
            <a:extLst>
              <a:ext uri="{FF2B5EF4-FFF2-40B4-BE49-F238E27FC236}">
                <a16:creationId xmlns:a16="http://schemas.microsoft.com/office/drawing/2014/main" id="{DFF57EB8-F1BC-44D4-8610-51EF8F835ED2}"/>
              </a:ext>
            </a:extLst>
          </p:cNvPr>
          <p:cNvPicPr>
            <a:picLocks noChangeAspect="1"/>
          </p:cNvPicPr>
          <p:nvPr/>
        </p:nvPicPr>
        <p:blipFill>
          <a:blip r:embed="rId2"/>
          <a:stretch>
            <a:fillRect/>
          </a:stretch>
        </p:blipFill>
        <p:spPr>
          <a:xfrm>
            <a:off x="838200" y="1827995"/>
            <a:ext cx="2971800" cy="4000500"/>
          </a:xfrm>
          <a:prstGeom prst="rect">
            <a:avLst/>
          </a:prstGeom>
        </p:spPr>
      </p:pic>
      <p:pic>
        <p:nvPicPr>
          <p:cNvPr id="9" name="Picture 8" descr="A grid with a number on it  AI-generated content may be incorrect.">
            <a:extLst>
              <a:ext uri="{FF2B5EF4-FFF2-40B4-BE49-F238E27FC236}">
                <a16:creationId xmlns:a16="http://schemas.microsoft.com/office/drawing/2014/main" id="{461694B5-17BC-28D3-3B28-C045274F4150}"/>
              </a:ext>
            </a:extLst>
          </p:cNvPr>
          <p:cNvPicPr>
            <a:picLocks noChangeAspect="1"/>
          </p:cNvPicPr>
          <p:nvPr/>
        </p:nvPicPr>
        <p:blipFill>
          <a:blip r:embed="rId3"/>
          <a:stretch>
            <a:fillRect/>
          </a:stretch>
        </p:blipFill>
        <p:spPr>
          <a:xfrm>
            <a:off x="6635750" y="2489826"/>
            <a:ext cx="3949700" cy="2882900"/>
          </a:xfrm>
          <a:prstGeom prst="rect">
            <a:avLst/>
          </a:prstGeom>
        </p:spPr>
      </p:pic>
    </p:spTree>
    <p:extLst>
      <p:ext uri="{BB962C8B-B14F-4D97-AF65-F5344CB8AC3E}">
        <p14:creationId xmlns:p14="http://schemas.microsoft.com/office/powerpoint/2010/main" val="30131075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002057-F20B-E2CC-2D15-6E40615BA264}"/>
              </a:ext>
            </a:extLst>
          </p:cNvPr>
          <p:cNvSpPr>
            <a:spLocks noGrp="1"/>
          </p:cNvSpPr>
          <p:nvPr>
            <p:ph type="title"/>
          </p:nvPr>
        </p:nvSpPr>
        <p:spPr>
          <a:xfrm>
            <a:off x="1028700" y="1967266"/>
            <a:ext cx="2628900" cy="2547257"/>
          </a:xfrm>
          <a:noFill/>
        </p:spPr>
        <p:txBody>
          <a:bodyPr anchor="ctr">
            <a:normAutofit/>
          </a:bodyPr>
          <a:lstStyle/>
          <a:p>
            <a:pPr algn="ctr"/>
            <a:r>
              <a:rPr lang="en-US" sz="3600">
                <a:solidFill>
                  <a:srgbClr val="FFFFFF"/>
                </a:solidFill>
              </a:rPr>
              <a:t>Doubling</a:t>
            </a:r>
          </a:p>
        </p:txBody>
      </p:sp>
      <p:pic>
        <p:nvPicPr>
          <p:cNvPr id="7" name="Picture 6" descr="A screenshot of a math exercise  AI-generated content may be incorrect.">
            <a:extLst>
              <a:ext uri="{FF2B5EF4-FFF2-40B4-BE49-F238E27FC236}">
                <a16:creationId xmlns:a16="http://schemas.microsoft.com/office/drawing/2014/main" id="{042B118B-EA87-482E-01D7-83BED985732D}"/>
              </a:ext>
            </a:extLst>
          </p:cNvPr>
          <p:cNvPicPr>
            <a:picLocks noChangeAspect="1"/>
          </p:cNvPicPr>
          <p:nvPr/>
        </p:nvPicPr>
        <p:blipFill>
          <a:blip r:embed="rId3"/>
          <a:stretch>
            <a:fillRect/>
          </a:stretch>
        </p:blipFill>
        <p:spPr>
          <a:xfrm>
            <a:off x="5640852" y="643466"/>
            <a:ext cx="5053628" cy="5568739"/>
          </a:xfrm>
          <a:prstGeom prst="rect">
            <a:avLst/>
          </a:prstGeom>
        </p:spPr>
      </p:pic>
      <p:sp>
        <p:nvSpPr>
          <p:cNvPr id="5" name="Slide Number Placeholder 4">
            <a:extLst>
              <a:ext uri="{FF2B5EF4-FFF2-40B4-BE49-F238E27FC236}">
                <a16:creationId xmlns:a16="http://schemas.microsoft.com/office/drawing/2014/main" id="{599B5CAF-1DA5-F2A3-8DFC-8CA197E3E9AD}"/>
              </a:ext>
            </a:extLst>
          </p:cNvPr>
          <p:cNvSpPr>
            <a:spLocks noGrp="1"/>
          </p:cNvSpPr>
          <p:nvPr>
            <p:ph type="sldNum" sz="quarter" idx="12"/>
          </p:nvPr>
        </p:nvSpPr>
        <p:spPr>
          <a:xfrm>
            <a:off x="11034184" y="6356350"/>
            <a:ext cx="514349" cy="365125"/>
          </a:xfrm>
        </p:spPr>
        <p:txBody>
          <a:bodyPr>
            <a:normAutofit/>
          </a:bodyPr>
          <a:lstStyle/>
          <a:p>
            <a:pPr>
              <a:spcAft>
                <a:spcPts val="600"/>
              </a:spcAft>
            </a:pPr>
            <a:fld id="{92E776D5-2F1F-AF4D-ADBD-1B3DDD23E66C}" type="slidenum">
              <a:rPr lang="en-US">
                <a:solidFill>
                  <a:schemeClr val="tx1">
                    <a:alpha val="80000"/>
                  </a:schemeClr>
                </a:solidFill>
              </a:rPr>
              <a:pPr>
                <a:spcAft>
                  <a:spcPts val="600"/>
                </a:spcAft>
              </a:pPr>
              <a:t>6</a:t>
            </a:fld>
            <a:endParaRPr lang="en-US">
              <a:solidFill>
                <a:schemeClr val="tx1">
                  <a:alpha val="80000"/>
                </a:schemeClr>
              </a:solidFill>
            </a:endParaRPr>
          </a:p>
        </p:txBody>
      </p:sp>
      <p:sp>
        <p:nvSpPr>
          <p:cNvPr id="3" name="Right Arrow 2">
            <a:extLst>
              <a:ext uri="{FF2B5EF4-FFF2-40B4-BE49-F238E27FC236}">
                <a16:creationId xmlns:a16="http://schemas.microsoft.com/office/drawing/2014/main" id="{014C1B53-A39F-0B19-0E58-080ABE3DCF5F}"/>
              </a:ext>
            </a:extLst>
          </p:cNvPr>
          <p:cNvSpPr/>
          <p:nvPr/>
        </p:nvSpPr>
        <p:spPr>
          <a:xfrm>
            <a:off x="1297461" y="1223326"/>
            <a:ext cx="3645242" cy="35065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6BC7D851-CCA2-363B-4837-A59E8BBCB3AC}"/>
              </a:ext>
            </a:extLst>
          </p:cNvPr>
          <p:cNvSpPr txBox="1"/>
          <p:nvPr/>
        </p:nvSpPr>
        <p:spPr>
          <a:xfrm>
            <a:off x="1497520" y="2561109"/>
            <a:ext cx="2765561" cy="830997"/>
          </a:xfrm>
          <a:prstGeom prst="rect">
            <a:avLst/>
          </a:prstGeom>
          <a:noFill/>
        </p:spPr>
        <p:txBody>
          <a:bodyPr wrap="square" rtlCol="0">
            <a:spAutoFit/>
          </a:bodyPr>
          <a:lstStyle/>
          <a:p>
            <a:r>
              <a:rPr lang="en-US" sz="4800" dirty="0">
                <a:solidFill>
                  <a:schemeClr val="bg1"/>
                </a:solidFill>
              </a:rPr>
              <a:t>Doubling</a:t>
            </a:r>
          </a:p>
        </p:txBody>
      </p:sp>
    </p:spTree>
    <p:extLst>
      <p:ext uri="{BB962C8B-B14F-4D97-AF65-F5344CB8AC3E}">
        <p14:creationId xmlns:p14="http://schemas.microsoft.com/office/powerpoint/2010/main" val="2354948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E6E3AB-F23A-79B6-9F8F-94545249F761}"/>
              </a:ext>
            </a:extLst>
          </p:cNvPr>
          <p:cNvSpPr>
            <a:spLocks noGrp="1"/>
          </p:cNvSpPr>
          <p:nvPr>
            <p:ph type="title"/>
          </p:nvPr>
        </p:nvSpPr>
        <p:spPr>
          <a:xfrm>
            <a:off x="1028700" y="1967266"/>
            <a:ext cx="2628900" cy="2547257"/>
          </a:xfrm>
          <a:noFill/>
        </p:spPr>
        <p:txBody>
          <a:bodyPr anchor="ctr">
            <a:normAutofit/>
          </a:bodyPr>
          <a:lstStyle/>
          <a:p>
            <a:pPr algn="ctr"/>
            <a:r>
              <a:rPr lang="en-US" sz="3600" dirty="0">
                <a:solidFill>
                  <a:srgbClr val="FFFFFF"/>
                </a:solidFill>
              </a:rPr>
              <a:t>Add a Group (Distributive Property)</a:t>
            </a:r>
          </a:p>
        </p:txBody>
      </p:sp>
      <p:pic>
        <p:nvPicPr>
          <p:cNvPr id="9" name="Picture 8" descr="A screenshot of a math exercise  AI-generated content may be incorrect.">
            <a:extLst>
              <a:ext uri="{FF2B5EF4-FFF2-40B4-BE49-F238E27FC236}">
                <a16:creationId xmlns:a16="http://schemas.microsoft.com/office/drawing/2014/main" id="{57BA6980-A8BB-99CD-5B18-42BCFE7B55AF}"/>
              </a:ext>
            </a:extLst>
          </p:cNvPr>
          <p:cNvPicPr>
            <a:picLocks noChangeAspect="1"/>
          </p:cNvPicPr>
          <p:nvPr/>
        </p:nvPicPr>
        <p:blipFill>
          <a:blip r:embed="rId3"/>
          <a:stretch>
            <a:fillRect/>
          </a:stretch>
        </p:blipFill>
        <p:spPr>
          <a:xfrm>
            <a:off x="5543398" y="643466"/>
            <a:ext cx="5248535" cy="5568739"/>
          </a:xfrm>
          <a:prstGeom prst="rect">
            <a:avLst/>
          </a:prstGeom>
        </p:spPr>
      </p:pic>
      <p:sp>
        <p:nvSpPr>
          <p:cNvPr id="3" name="Title 1">
            <a:extLst>
              <a:ext uri="{FF2B5EF4-FFF2-40B4-BE49-F238E27FC236}">
                <a16:creationId xmlns:a16="http://schemas.microsoft.com/office/drawing/2014/main" id="{CFDFA89A-D805-7C38-C26A-D9BC0FA6E0DF}"/>
              </a:ext>
            </a:extLst>
          </p:cNvPr>
          <p:cNvSpPr txBox="1">
            <a:spLocks/>
          </p:cNvSpPr>
          <p:nvPr/>
        </p:nvSpPr>
        <p:spPr>
          <a:xfrm>
            <a:off x="1028700" y="1967266"/>
            <a:ext cx="2628900" cy="2547257"/>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solidFill>
                  <a:srgbClr val="FFFFFF"/>
                </a:solidFill>
              </a:rPr>
              <a:t>Doubling</a:t>
            </a:r>
          </a:p>
        </p:txBody>
      </p:sp>
      <p:sp>
        <p:nvSpPr>
          <p:cNvPr id="4" name="Right Arrow 3">
            <a:extLst>
              <a:ext uri="{FF2B5EF4-FFF2-40B4-BE49-F238E27FC236}">
                <a16:creationId xmlns:a16="http://schemas.microsoft.com/office/drawing/2014/main" id="{6D84E813-9419-6A7F-BD22-EC422E3A7B94}"/>
              </a:ext>
            </a:extLst>
          </p:cNvPr>
          <p:cNvSpPr/>
          <p:nvPr/>
        </p:nvSpPr>
        <p:spPr>
          <a:xfrm>
            <a:off x="1297461" y="1223326"/>
            <a:ext cx="3645242" cy="35065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DD345CA-2F19-532C-8FED-BA6FBF41C3DB}"/>
              </a:ext>
            </a:extLst>
          </p:cNvPr>
          <p:cNvSpPr txBox="1"/>
          <p:nvPr/>
        </p:nvSpPr>
        <p:spPr>
          <a:xfrm>
            <a:off x="1737301" y="2191778"/>
            <a:ext cx="2765561" cy="1569660"/>
          </a:xfrm>
          <a:prstGeom prst="rect">
            <a:avLst/>
          </a:prstGeom>
          <a:noFill/>
        </p:spPr>
        <p:txBody>
          <a:bodyPr wrap="square" rtlCol="0">
            <a:spAutoFit/>
          </a:bodyPr>
          <a:lstStyle/>
          <a:p>
            <a:r>
              <a:rPr lang="en-US" sz="3200" dirty="0">
                <a:solidFill>
                  <a:schemeClr val="bg1"/>
                </a:solidFill>
              </a:rPr>
              <a:t>Adding or subtracting a group</a:t>
            </a:r>
          </a:p>
        </p:txBody>
      </p:sp>
    </p:spTree>
    <p:extLst>
      <p:ext uri="{BB962C8B-B14F-4D97-AF65-F5344CB8AC3E}">
        <p14:creationId xmlns:p14="http://schemas.microsoft.com/office/powerpoint/2010/main" val="6987402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3D344-5B9D-40E6-8004-513FF13426B7}"/>
              </a:ext>
            </a:extLst>
          </p:cNvPr>
          <p:cNvSpPr>
            <a:spLocks noGrp="1"/>
          </p:cNvSpPr>
          <p:nvPr>
            <p:ph type="title"/>
          </p:nvPr>
        </p:nvSpPr>
        <p:spPr/>
        <p:txBody>
          <a:bodyPr/>
          <a:lstStyle/>
          <a:p>
            <a:r>
              <a:rPr lang="en-US" dirty="0"/>
              <a:t>Making Bases from N101</a:t>
            </a:r>
          </a:p>
        </p:txBody>
      </p:sp>
      <p:sp>
        <p:nvSpPr>
          <p:cNvPr id="3" name="Date Placeholder 2">
            <a:extLst>
              <a:ext uri="{FF2B5EF4-FFF2-40B4-BE49-F238E27FC236}">
                <a16:creationId xmlns:a16="http://schemas.microsoft.com/office/drawing/2014/main" id="{2C99B003-D09E-9132-8131-49257F90ACB7}"/>
              </a:ext>
            </a:extLst>
          </p:cNvPr>
          <p:cNvSpPr>
            <a:spLocks noGrp="1"/>
          </p:cNvSpPr>
          <p:nvPr>
            <p:ph type="dt" sz="half" idx="10"/>
          </p:nvPr>
        </p:nvSpPr>
        <p:spPr/>
        <p:txBody>
          <a:bodyPr/>
          <a:lstStyle/>
          <a:p>
            <a:r>
              <a:rPr lang="en-US"/>
              <a:t>3/28/2022</a:t>
            </a:r>
            <a:endParaRPr lang="en-US" dirty="0"/>
          </a:p>
        </p:txBody>
      </p:sp>
      <p:sp>
        <p:nvSpPr>
          <p:cNvPr id="4" name="Footer Placeholder 3">
            <a:extLst>
              <a:ext uri="{FF2B5EF4-FFF2-40B4-BE49-F238E27FC236}">
                <a16:creationId xmlns:a16="http://schemas.microsoft.com/office/drawing/2014/main" id="{C188CD0A-5038-E079-929E-66A0D633E80D}"/>
              </a:ext>
            </a:extLst>
          </p:cNvPr>
          <p:cNvSpPr>
            <a:spLocks noGrp="1"/>
          </p:cNvSpPr>
          <p:nvPr>
            <p:ph type="ftr" sz="quarter" idx="11"/>
          </p:nvPr>
        </p:nvSpPr>
        <p:spPr/>
        <p:txBody>
          <a:bodyPr/>
          <a:lstStyle/>
          <a:p>
            <a:r>
              <a:rPr lang="en-US"/>
              <a:t>E343 Spring 2022</a:t>
            </a:r>
            <a:endParaRPr lang="en-US" dirty="0"/>
          </a:p>
        </p:txBody>
      </p:sp>
      <p:sp>
        <p:nvSpPr>
          <p:cNvPr id="5" name="Slide Number Placeholder 4">
            <a:extLst>
              <a:ext uri="{FF2B5EF4-FFF2-40B4-BE49-F238E27FC236}">
                <a16:creationId xmlns:a16="http://schemas.microsoft.com/office/drawing/2014/main" id="{C3E5B1D3-7121-0A64-CF06-D462F74A8951}"/>
              </a:ext>
            </a:extLst>
          </p:cNvPr>
          <p:cNvSpPr>
            <a:spLocks noGrp="1"/>
          </p:cNvSpPr>
          <p:nvPr>
            <p:ph type="sldNum" sz="quarter" idx="12"/>
          </p:nvPr>
        </p:nvSpPr>
        <p:spPr/>
        <p:txBody>
          <a:bodyPr/>
          <a:lstStyle/>
          <a:p>
            <a:fld id="{92E776D5-2F1F-AF4D-ADBD-1B3DDD23E66C}" type="slidenum">
              <a:rPr lang="en-US" smtClean="0"/>
              <a:t>8</a:t>
            </a:fld>
            <a:endParaRPr lang="en-US"/>
          </a:p>
        </p:txBody>
      </p:sp>
      <p:sp>
        <p:nvSpPr>
          <p:cNvPr id="6" name="TextBox 5">
            <a:extLst>
              <a:ext uri="{FF2B5EF4-FFF2-40B4-BE49-F238E27FC236}">
                <a16:creationId xmlns:a16="http://schemas.microsoft.com/office/drawing/2014/main" id="{CC5CA138-684E-67E0-49D2-9D33C7F5143E}"/>
              </a:ext>
            </a:extLst>
          </p:cNvPr>
          <p:cNvSpPr txBox="1"/>
          <p:nvPr/>
        </p:nvSpPr>
        <p:spPr>
          <a:xfrm>
            <a:off x="741406" y="1878228"/>
            <a:ext cx="10219038" cy="5878532"/>
          </a:xfrm>
          <a:prstGeom prst="rect">
            <a:avLst/>
          </a:prstGeom>
          <a:noFill/>
        </p:spPr>
        <p:txBody>
          <a:bodyPr wrap="square" rtlCol="0">
            <a:spAutoFit/>
          </a:bodyPr>
          <a:lstStyle/>
          <a:p>
            <a:r>
              <a:rPr lang="en-US" sz="3200" dirty="0"/>
              <a:t>Five groups of 9</a:t>
            </a:r>
          </a:p>
          <a:p>
            <a:endParaRPr lang="en-US" dirty="0"/>
          </a:p>
          <a:p>
            <a:r>
              <a:rPr lang="en-US" sz="3200" dirty="0"/>
              <a:t>XXX	XXX	XXX	XXX	XXX</a:t>
            </a:r>
          </a:p>
          <a:p>
            <a:r>
              <a:rPr lang="en-US" sz="3200" dirty="0"/>
              <a:t>XXX	XXX	XXX	XXX	XXX</a:t>
            </a:r>
          </a:p>
          <a:p>
            <a:r>
              <a:rPr lang="en-US" sz="3200" dirty="0"/>
              <a:t>XXX	XXX	XXX	XXX	XXX</a:t>
            </a:r>
          </a:p>
          <a:p>
            <a:endParaRPr lang="en-US" dirty="0"/>
          </a:p>
          <a:p>
            <a:endParaRPr lang="en-US" dirty="0"/>
          </a:p>
          <a:p>
            <a:endParaRPr lang="en-US" dirty="0"/>
          </a:p>
          <a:p>
            <a:r>
              <a:rPr lang="en-US" sz="3200" dirty="0"/>
              <a:t>Become 4 groups of 10 and 5 ones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760520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AEA95-32B4-5873-6631-22FC705400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363746-48AA-96FC-41CA-1F14CDBCB610}"/>
              </a:ext>
            </a:extLst>
          </p:cNvPr>
          <p:cNvSpPr>
            <a:spLocks noGrp="1"/>
          </p:cNvSpPr>
          <p:nvPr>
            <p:ph type="title"/>
          </p:nvPr>
        </p:nvSpPr>
        <p:spPr>
          <a:xfrm>
            <a:off x="1028700" y="1967266"/>
            <a:ext cx="2628900" cy="2547257"/>
          </a:xfrm>
          <a:noFill/>
        </p:spPr>
        <p:txBody>
          <a:bodyPr anchor="ctr">
            <a:normAutofit/>
          </a:bodyPr>
          <a:lstStyle/>
          <a:p>
            <a:pPr algn="ctr"/>
            <a:r>
              <a:rPr lang="en-US" sz="3600" dirty="0">
                <a:solidFill>
                  <a:srgbClr val="FFFFFF"/>
                </a:solidFill>
              </a:rPr>
              <a:t>Break Apart (Distributive Property)</a:t>
            </a:r>
          </a:p>
        </p:txBody>
      </p:sp>
      <p:pic>
        <p:nvPicPr>
          <p:cNvPr id="3" name="Picture 2" descr="A red circle on a white background  AI-generated content may be incorrect.">
            <a:extLst>
              <a:ext uri="{FF2B5EF4-FFF2-40B4-BE49-F238E27FC236}">
                <a16:creationId xmlns:a16="http://schemas.microsoft.com/office/drawing/2014/main" id="{0C552F94-F706-DC4B-E1DC-AB255C769DBA}"/>
              </a:ext>
            </a:extLst>
          </p:cNvPr>
          <p:cNvPicPr>
            <a:picLocks noChangeAspect="1"/>
          </p:cNvPicPr>
          <p:nvPr/>
        </p:nvPicPr>
        <p:blipFill>
          <a:blip r:embed="rId3"/>
          <a:stretch>
            <a:fillRect/>
          </a:stretch>
        </p:blipFill>
        <p:spPr>
          <a:xfrm>
            <a:off x="5570994" y="1518981"/>
            <a:ext cx="6470754" cy="3820037"/>
          </a:xfrm>
          <a:prstGeom prst="rect">
            <a:avLst/>
          </a:prstGeom>
        </p:spPr>
      </p:pic>
      <p:sp>
        <p:nvSpPr>
          <p:cNvPr id="8" name="Title 1">
            <a:extLst>
              <a:ext uri="{FF2B5EF4-FFF2-40B4-BE49-F238E27FC236}">
                <a16:creationId xmlns:a16="http://schemas.microsoft.com/office/drawing/2014/main" id="{ABB4961A-4880-357D-3776-F3C849F8D474}"/>
              </a:ext>
            </a:extLst>
          </p:cNvPr>
          <p:cNvSpPr txBox="1">
            <a:spLocks/>
          </p:cNvSpPr>
          <p:nvPr/>
        </p:nvSpPr>
        <p:spPr>
          <a:xfrm>
            <a:off x="1028700" y="2262921"/>
            <a:ext cx="2628900" cy="2547257"/>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600">
                <a:solidFill>
                  <a:srgbClr val="FFFFFF"/>
                </a:solidFill>
              </a:rPr>
              <a:t>Doubling</a:t>
            </a:r>
          </a:p>
        </p:txBody>
      </p:sp>
      <p:sp>
        <p:nvSpPr>
          <p:cNvPr id="9" name="Right Arrow 8">
            <a:extLst>
              <a:ext uri="{FF2B5EF4-FFF2-40B4-BE49-F238E27FC236}">
                <a16:creationId xmlns:a16="http://schemas.microsoft.com/office/drawing/2014/main" id="{31A81FFA-E0B3-6922-B510-64496D21E12B}"/>
              </a:ext>
            </a:extLst>
          </p:cNvPr>
          <p:cNvSpPr/>
          <p:nvPr/>
        </p:nvSpPr>
        <p:spPr>
          <a:xfrm>
            <a:off x="1297461" y="1518981"/>
            <a:ext cx="3645242" cy="350656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E16B639F-5015-2D35-D8DB-867B4C4E9EB5}"/>
              </a:ext>
            </a:extLst>
          </p:cNvPr>
          <p:cNvSpPr txBox="1"/>
          <p:nvPr/>
        </p:nvSpPr>
        <p:spPr>
          <a:xfrm>
            <a:off x="1397490" y="2487433"/>
            <a:ext cx="3445183" cy="1569660"/>
          </a:xfrm>
          <a:prstGeom prst="rect">
            <a:avLst/>
          </a:prstGeom>
          <a:noFill/>
        </p:spPr>
        <p:txBody>
          <a:bodyPr wrap="square" rtlCol="0">
            <a:spAutoFit/>
          </a:bodyPr>
          <a:lstStyle/>
          <a:p>
            <a:r>
              <a:rPr lang="en-US" sz="4800" dirty="0">
                <a:solidFill>
                  <a:schemeClr val="bg1"/>
                </a:solidFill>
              </a:rPr>
              <a:t>Distributive Property</a:t>
            </a:r>
          </a:p>
        </p:txBody>
      </p:sp>
    </p:spTree>
    <p:extLst>
      <p:ext uri="{BB962C8B-B14F-4D97-AF65-F5344CB8AC3E}">
        <p14:creationId xmlns:p14="http://schemas.microsoft.com/office/powerpoint/2010/main" val="3370185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E3AEA-DCB6-F4F6-D7D7-81B979E292D9}"/>
              </a:ext>
            </a:extLst>
          </p:cNvPr>
          <p:cNvSpPr>
            <a:spLocks noGrp="1"/>
          </p:cNvSpPr>
          <p:nvPr>
            <p:ph type="title"/>
          </p:nvPr>
        </p:nvSpPr>
        <p:spPr/>
        <p:txBody>
          <a:bodyPr/>
          <a:lstStyle/>
          <a:p>
            <a:r>
              <a:rPr lang="en-US" dirty="0"/>
              <a:t>Remember: What is a Number Talk?</a:t>
            </a:r>
          </a:p>
        </p:txBody>
      </p:sp>
      <p:sp>
        <p:nvSpPr>
          <p:cNvPr id="3" name="Content Placeholder 2">
            <a:extLst>
              <a:ext uri="{FF2B5EF4-FFF2-40B4-BE49-F238E27FC236}">
                <a16:creationId xmlns:a16="http://schemas.microsoft.com/office/drawing/2014/main" id="{817C095E-35A4-CF0F-C330-DF861AFECCD0}"/>
              </a:ext>
            </a:extLst>
          </p:cNvPr>
          <p:cNvSpPr>
            <a:spLocks noGrp="1"/>
          </p:cNvSpPr>
          <p:nvPr>
            <p:ph idx="1"/>
          </p:nvPr>
        </p:nvSpPr>
        <p:spPr/>
        <p:txBody>
          <a:bodyPr>
            <a:normAutofit fontScale="32500" lnSpcReduction="20000"/>
          </a:bodyPr>
          <a:lstStyle/>
          <a:p>
            <a:r>
              <a:rPr lang="en-US" sz="5500" dirty="0"/>
              <a:t>A simple teaching routine where a teacher gives students a grade appropriate computation task and asks them to mentally figure out</a:t>
            </a:r>
          </a:p>
          <a:p>
            <a:endParaRPr lang="en-US" sz="5500" dirty="0"/>
          </a:p>
          <a:p>
            <a:r>
              <a:rPr lang="en-US" sz="5500" dirty="0"/>
              <a:t>Takes about 10 minutes, can happen daily, works on number sense and computation.</a:t>
            </a:r>
          </a:p>
          <a:p>
            <a:endParaRPr lang="en-US" sz="5500" dirty="0"/>
          </a:p>
          <a:p>
            <a:r>
              <a:rPr lang="en-US" sz="5500" dirty="0"/>
              <a:t>Students are given a few minutes to determine an answer to the problem(s) using a strategy.</a:t>
            </a:r>
          </a:p>
          <a:p>
            <a:endParaRPr lang="en-US" sz="5500" dirty="0"/>
          </a:p>
          <a:p>
            <a:r>
              <a:rPr lang="en-US" sz="5500" dirty="0"/>
              <a:t xml:space="preserve">Students share strategies, teacher shows student strategy uses a representation, and/or  records an equation for student reasoning. </a:t>
            </a:r>
          </a:p>
          <a:p>
            <a:endParaRPr lang="en-US" sz="5500" dirty="0"/>
          </a:p>
          <a:p>
            <a:r>
              <a:rPr lang="en-US" sz="5500" dirty="0"/>
              <a:t>Students use hand signals to participate.</a:t>
            </a:r>
          </a:p>
          <a:p>
            <a:pPr marL="0" indent="0">
              <a:buNone/>
            </a:pPr>
            <a:endParaRPr lang="en-US" dirty="0"/>
          </a:p>
          <a:p>
            <a:endParaRPr lang="en-US" dirty="0"/>
          </a:p>
          <a:p>
            <a:endParaRPr lang="en-US" dirty="0"/>
          </a:p>
          <a:p>
            <a:pPr marL="0" indent="0">
              <a:buNone/>
            </a:pPr>
            <a:r>
              <a:rPr lang="en-US" dirty="0"/>
              <a:t xml:space="preserve">	  </a:t>
            </a:r>
          </a:p>
        </p:txBody>
      </p:sp>
    </p:spTree>
    <p:extLst>
      <p:ext uri="{BB962C8B-B14F-4D97-AF65-F5344CB8AC3E}">
        <p14:creationId xmlns:p14="http://schemas.microsoft.com/office/powerpoint/2010/main" val="3745443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5657A-0D56-FA70-A3A3-9ED2CAD60583}"/>
              </a:ext>
            </a:extLst>
          </p:cNvPr>
          <p:cNvSpPr>
            <a:spLocks noGrp="1"/>
          </p:cNvSpPr>
          <p:nvPr>
            <p:ph type="title"/>
          </p:nvPr>
        </p:nvSpPr>
        <p:spPr/>
        <p:txBody>
          <a:bodyPr/>
          <a:lstStyle/>
          <a:p>
            <a:r>
              <a:rPr lang="en-US" dirty="0"/>
              <a:t>Let’s do a number talk</a:t>
            </a:r>
          </a:p>
        </p:txBody>
      </p:sp>
      <p:sp>
        <p:nvSpPr>
          <p:cNvPr id="3" name="Content Placeholder 2">
            <a:extLst>
              <a:ext uri="{FF2B5EF4-FFF2-40B4-BE49-F238E27FC236}">
                <a16:creationId xmlns:a16="http://schemas.microsoft.com/office/drawing/2014/main" id="{0B712516-3AF0-C188-6380-ACD284C58A68}"/>
              </a:ext>
            </a:extLst>
          </p:cNvPr>
          <p:cNvSpPr>
            <a:spLocks noGrp="1"/>
          </p:cNvSpPr>
          <p:nvPr>
            <p:ph idx="1"/>
          </p:nvPr>
        </p:nvSpPr>
        <p:spPr/>
        <p:txBody>
          <a:bodyPr>
            <a:normAutofit fontScale="92500" lnSpcReduction="10000"/>
          </a:bodyPr>
          <a:lstStyle/>
          <a:p>
            <a:pPr marL="0" indent="0">
              <a:buNone/>
            </a:pPr>
            <a:r>
              <a:rPr lang="en-US" dirty="0"/>
              <a:t>A movie theater has 30 seats in each row of its balcony. There are a total of 6 rows in the balcony. The balcony is arranged so there are 10 seats, then an aisle, 10 seats, and then another aisle, and finally 10 seats. Make a picture of the balcony and decide how many seats there are.  </a:t>
            </a:r>
          </a:p>
          <a:p>
            <a:pPr marL="0" indent="0">
              <a:buNone/>
            </a:pPr>
            <a:br>
              <a:rPr lang="en-US" dirty="0"/>
            </a:br>
            <a:endParaRPr lang="en-US" dirty="0"/>
          </a:p>
          <a:p>
            <a:pPr marL="3657600" lvl="8" indent="0">
              <a:buNone/>
            </a:pPr>
            <a:r>
              <a:rPr lang="en-US" sz="2600" dirty="0"/>
              <a:t>XXXXXXXXXX     XXXXXXXXXX     XXXXXXXXXX</a:t>
            </a:r>
          </a:p>
          <a:p>
            <a:pPr marL="3657600" lvl="8" indent="0">
              <a:buNone/>
            </a:pPr>
            <a:r>
              <a:rPr lang="en-US" sz="2600" dirty="0"/>
              <a:t>XXXXXXXXXX     XXXXXXXXXX     XXXXXXXXXX</a:t>
            </a:r>
          </a:p>
          <a:p>
            <a:pPr marL="3657600" lvl="8" indent="0">
              <a:buNone/>
            </a:pPr>
            <a:r>
              <a:rPr lang="en-US" sz="2600" dirty="0"/>
              <a:t>XXXXXXXXXX     XXXXXXXXXX     XXXXXXXXXX</a:t>
            </a:r>
          </a:p>
          <a:p>
            <a:pPr marL="3657600" lvl="8" indent="0">
              <a:buNone/>
            </a:pPr>
            <a:r>
              <a:rPr lang="en-US" sz="2600" dirty="0"/>
              <a:t>XXXXXXXXXX     XXXXXXXXXX     XXXXXXXXXX</a:t>
            </a:r>
          </a:p>
          <a:p>
            <a:pPr marL="3657600" lvl="8" indent="0">
              <a:buNone/>
            </a:pPr>
            <a:r>
              <a:rPr lang="en-US" sz="2600" dirty="0"/>
              <a:t>XXXXXXXXXX     XXXXXXXXXX     XXXXXXXXXX</a:t>
            </a:r>
          </a:p>
          <a:p>
            <a:pPr marL="3657600" lvl="8" indent="0">
              <a:buNone/>
            </a:pPr>
            <a:r>
              <a:rPr lang="en-US" sz="2600" dirty="0"/>
              <a:t>XXXXXXXXXX     XXXXXXXXXX     XXXXXXXXXX</a:t>
            </a:r>
          </a:p>
          <a:p>
            <a:pPr marL="0" indent="0">
              <a:buNone/>
            </a:pPr>
            <a:endParaRPr lang="en-US" dirty="0"/>
          </a:p>
        </p:txBody>
      </p:sp>
      <p:sp>
        <p:nvSpPr>
          <p:cNvPr id="4" name="Date Placeholder 3">
            <a:extLst>
              <a:ext uri="{FF2B5EF4-FFF2-40B4-BE49-F238E27FC236}">
                <a16:creationId xmlns:a16="http://schemas.microsoft.com/office/drawing/2014/main" id="{D073E754-A197-94E2-0C10-8C622B27F98A}"/>
              </a:ext>
            </a:extLst>
          </p:cNvPr>
          <p:cNvSpPr>
            <a:spLocks noGrp="1"/>
          </p:cNvSpPr>
          <p:nvPr>
            <p:ph type="dt" sz="half" idx="10"/>
          </p:nvPr>
        </p:nvSpPr>
        <p:spPr/>
        <p:txBody>
          <a:bodyPr/>
          <a:lstStyle/>
          <a:p>
            <a:r>
              <a:rPr lang="en-US"/>
              <a:t>3/28/2022</a:t>
            </a:r>
            <a:endParaRPr lang="en-US" dirty="0"/>
          </a:p>
        </p:txBody>
      </p:sp>
      <p:sp>
        <p:nvSpPr>
          <p:cNvPr id="5" name="Footer Placeholder 4">
            <a:extLst>
              <a:ext uri="{FF2B5EF4-FFF2-40B4-BE49-F238E27FC236}">
                <a16:creationId xmlns:a16="http://schemas.microsoft.com/office/drawing/2014/main" id="{4EA80A56-3990-B539-5227-0686B82F177D}"/>
              </a:ext>
            </a:extLst>
          </p:cNvPr>
          <p:cNvSpPr>
            <a:spLocks noGrp="1"/>
          </p:cNvSpPr>
          <p:nvPr>
            <p:ph type="ftr" sz="quarter" idx="11"/>
          </p:nvPr>
        </p:nvSpPr>
        <p:spPr/>
        <p:txBody>
          <a:bodyPr/>
          <a:lstStyle/>
          <a:p>
            <a:r>
              <a:rPr lang="en-US"/>
              <a:t>E343 Spring 2022</a:t>
            </a:r>
            <a:endParaRPr lang="en-US" dirty="0"/>
          </a:p>
        </p:txBody>
      </p:sp>
      <p:sp>
        <p:nvSpPr>
          <p:cNvPr id="6" name="Slide Number Placeholder 5">
            <a:extLst>
              <a:ext uri="{FF2B5EF4-FFF2-40B4-BE49-F238E27FC236}">
                <a16:creationId xmlns:a16="http://schemas.microsoft.com/office/drawing/2014/main" id="{57B22F5A-22E4-7FCC-783A-A80BF564A9B0}"/>
              </a:ext>
            </a:extLst>
          </p:cNvPr>
          <p:cNvSpPr>
            <a:spLocks noGrp="1"/>
          </p:cNvSpPr>
          <p:nvPr>
            <p:ph type="sldNum" sz="quarter" idx="12"/>
          </p:nvPr>
        </p:nvSpPr>
        <p:spPr/>
        <p:txBody>
          <a:bodyPr/>
          <a:lstStyle/>
          <a:p>
            <a:fld id="{92E776D5-2F1F-AF4D-ADBD-1B3DDD23E66C}" type="slidenum">
              <a:rPr lang="en-US" smtClean="0"/>
              <a:t>11</a:t>
            </a:fld>
            <a:endParaRPr lang="en-US"/>
          </a:p>
        </p:txBody>
      </p:sp>
    </p:spTree>
    <p:extLst>
      <p:ext uri="{BB962C8B-B14F-4D97-AF65-F5344CB8AC3E}">
        <p14:creationId xmlns:p14="http://schemas.microsoft.com/office/powerpoint/2010/main" val="18969192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alpha val="3000"/>
          </a:schemeClr>
        </a:solidFill>
        <a:effectLst/>
      </p:bgPr>
    </p:bg>
    <p:spTree>
      <p:nvGrpSpPr>
        <p:cNvPr id="1" name=""/>
        <p:cNvGrpSpPr/>
        <p:nvPr/>
      </p:nvGrpSpPr>
      <p:grpSpPr>
        <a:xfrm>
          <a:off x="0" y="0"/>
          <a:ext cx="0" cy="0"/>
          <a:chOff x="0" y="0"/>
          <a:chExt cx="0" cy="0"/>
        </a:xfrm>
      </p:grpSpPr>
      <p:pic>
        <p:nvPicPr>
          <p:cNvPr id="11" name="Picture 10" descr="A screenshot of a question  Description automatically generated">
            <a:extLst>
              <a:ext uri="{FF2B5EF4-FFF2-40B4-BE49-F238E27FC236}">
                <a16:creationId xmlns:a16="http://schemas.microsoft.com/office/drawing/2014/main" id="{5F85CF80-170B-F114-DB88-5E3A7EEEE654}"/>
              </a:ext>
            </a:extLst>
          </p:cNvPr>
          <p:cNvPicPr>
            <a:picLocks noChangeAspect="1"/>
          </p:cNvPicPr>
          <p:nvPr/>
        </p:nvPicPr>
        <p:blipFill>
          <a:blip r:embed="rId3"/>
          <a:stretch>
            <a:fillRect/>
          </a:stretch>
        </p:blipFill>
        <p:spPr>
          <a:xfrm>
            <a:off x="741405" y="1080554"/>
            <a:ext cx="9771766" cy="4962704"/>
          </a:xfrm>
          <a:prstGeom prst="rect">
            <a:avLst/>
          </a:prstGeom>
        </p:spPr>
      </p:pic>
      <p:sp>
        <p:nvSpPr>
          <p:cNvPr id="3" name="Text Placeholder 2"/>
          <p:cNvSpPr>
            <a:spLocks noGrp="1"/>
          </p:cNvSpPr>
          <p:nvPr>
            <p:ph type="body" idx="1"/>
          </p:nvPr>
        </p:nvSpPr>
        <p:spPr>
          <a:xfrm>
            <a:off x="100014" y="6258128"/>
            <a:ext cx="979486" cy="599872"/>
          </a:xfrm>
        </p:spPr>
        <p:txBody>
          <a:bodyPr vert="horz" wrap="square" lIns="91440" tIns="45720" rIns="91440" bIns="45720" rtlCol="0">
            <a:normAutofit/>
          </a:bodyPr>
          <a:lstStyle/>
          <a:p>
            <a:r>
              <a:rPr lang="en-US" sz="2400" kern="1200" dirty="0">
                <a:solidFill>
                  <a:schemeClr val="bg1"/>
                </a:solidFill>
                <a:latin typeface="+mn-lt"/>
                <a:ea typeface="+mn-ea"/>
                <a:cs typeface="+mn-cs"/>
                <a:hlinkClick r:id="rId4"/>
              </a:rPr>
              <a:t>Video</a:t>
            </a:r>
            <a:endParaRPr lang="en-US" sz="2400" kern="1200" dirty="0">
              <a:solidFill>
                <a:schemeClr val="bg1"/>
              </a:solidFill>
              <a:latin typeface="+mn-lt"/>
              <a:ea typeface="+mn-ea"/>
              <a:cs typeface="+mn-cs"/>
            </a:endParaRPr>
          </a:p>
        </p:txBody>
      </p:sp>
      <p:sp>
        <p:nvSpPr>
          <p:cNvPr id="4" name="TextBox 3">
            <a:extLst>
              <a:ext uri="{FF2B5EF4-FFF2-40B4-BE49-F238E27FC236}">
                <a16:creationId xmlns:a16="http://schemas.microsoft.com/office/drawing/2014/main" id="{61557325-9A63-BC5E-045E-407C8977B820}"/>
              </a:ext>
            </a:extLst>
          </p:cNvPr>
          <p:cNvSpPr txBox="1"/>
          <p:nvPr/>
        </p:nvSpPr>
        <p:spPr>
          <a:xfrm>
            <a:off x="827903" y="358346"/>
            <a:ext cx="6907427" cy="400110"/>
          </a:xfrm>
          <a:prstGeom prst="rect">
            <a:avLst/>
          </a:prstGeom>
          <a:noFill/>
        </p:spPr>
        <p:txBody>
          <a:bodyPr wrap="square" rtlCol="0">
            <a:spAutoFit/>
          </a:bodyPr>
          <a:lstStyle/>
          <a:p>
            <a:r>
              <a:rPr lang="en-US" sz="2000" dirty="0"/>
              <a:t>Unit 3 Packet, p. 23 &amp; 24</a:t>
            </a:r>
          </a:p>
        </p:txBody>
      </p:sp>
    </p:spTree>
    <p:extLst>
      <p:ext uri="{BB962C8B-B14F-4D97-AF65-F5344CB8AC3E}">
        <p14:creationId xmlns:p14="http://schemas.microsoft.com/office/powerpoint/2010/main" val="423194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B88F80-33FF-EC23-FF3B-1A6A1748B10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DCDE0D6-40C9-F98B-D0CE-5F22AE713B54}"/>
              </a:ext>
            </a:extLst>
          </p:cNvPr>
          <p:cNvSpPr>
            <a:spLocks noGrp="1"/>
          </p:cNvSpPr>
          <p:nvPr>
            <p:ph type="body" idx="1"/>
          </p:nvPr>
        </p:nvSpPr>
        <p:spPr>
          <a:xfrm>
            <a:off x="100014" y="6258128"/>
            <a:ext cx="979486" cy="599872"/>
          </a:xfrm>
        </p:spPr>
        <p:txBody>
          <a:bodyPr vert="horz" wrap="square" lIns="91440" tIns="45720" rIns="91440" bIns="45720" rtlCol="0">
            <a:normAutofit/>
          </a:bodyPr>
          <a:lstStyle/>
          <a:p>
            <a:r>
              <a:rPr lang="en-US" sz="2400" kern="1200" dirty="0">
                <a:solidFill>
                  <a:schemeClr val="bg1"/>
                </a:solidFill>
                <a:latin typeface="+mn-lt"/>
                <a:ea typeface="+mn-ea"/>
                <a:cs typeface="+mn-cs"/>
                <a:hlinkClick r:id="rId3"/>
              </a:rPr>
              <a:t>Video</a:t>
            </a:r>
            <a:endParaRPr lang="en-US" sz="2400" kern="1200" dirty="0">
              <a:solidFill>
                <a:schemeClr val="bg1"/>
              </a:solidFill>
              <a:latin typeface="+mn-lt"/>
              <a:ea typeface="+mn-ea"/>
              <a:cs typeface="+mn-cs"/>
            </a:endParaRPr>
          </a:p>
        </p:txBody>
      </p:sp>
      <p:pic>
        <p:nvPicPr>
          <p:cNvPr id="5" name="Picture 4" descr="A screenshot of a questionnaire  AI-generated content may be incorrect.">
            <a:extLst>
              <a:ext uri="{FF2B5EF4-FFF2-40B4-BE49-F238E27FC236}">
                <a16:creationId xmlns:a16="http://schemas.microsoft.com/office/drawing/2014/main" id="{A79ECA4E-2416-2B48-934B-7ACBDEA846A4}"/>
              </a:ext>
            </a:extLst>
          </p:cNvPr>
          <p:cNvPicPr>
            <a:picLocks noChangeAspect="1"/>
          </p:cNvPicPr>
          <p:nvPr/>
        </p:nvPicPr>
        <p:blipFill>
          <a:blip r:embed="rId4"/>
          <a:stretch>
            <a:fillRect/>
          </a:stretch>
        </p:blipFill>
        <p:spPr>
          <a:xfrm>
            <a:off x="589756" y="1430947"/>
            <a:ext cx="10383043" cy="4827181"/>
          </a:xfrm>
          <a:prstGeom prst="rect">
            <a:avLst/>
          </a:prstGeom>
        </p:spPr>
      </p:pic>
      <p:sp>
        <p:nvSpPr>
          <p:cNvPr id="6" name="TextBox 5">
            <a:extLst>
              <a:ext uri="{FF2B5EF4-FFF2-40B4-BE49-F238E27FC236}">
                <a16:creationId xmlns:a16="http://schemas.microsoft.com/office/drawing/2014/main" id="{CBE35423-CA76-45AB-1CBD-BA9D155FC543}"/>
              </a:ext>
            </a:extLst>
          </p:cNvPr>
          <p:cNvSpPr txBox="1"/>
          <p:nvPr/>
        </p:nvSpPr>
        <p:spPr>
          <a:xfrm>
            <a:off x="589757" y="846172"/>
            <a:ext cx="9918700" cy="584775"/>
          </a:xfrm>
          <a:prstGeom prst="rect">
            <a:avLst/>
          </a:prstGeom>
          <a:noFill/>
        </p:spPr>
        <p:txBody>
          <a:bodyPr wrap="square" rtlCol="0">
            <a:spAutoFit/>
          </a:bodyPr>
          <a:lstStyle/>
          <a:p>
            <a:r>
              <a:rPr lang="en-US" sz="3200" dirty="0"/>
              <a:t>Observe, Reflect, Advise</a:t>
            </a:r>
          </a:p>
        </p:txBody>
      </p:sp>
    </p:spTree>
    <p:extLst>
      <p:ext uri="{BB962C8B-B14F-4D97-AF65-F5344CB8AC3E}">
        <p14:creationId xmlns:p14="http://schemas.microsoft.com/office/powerpoint/2010/main" val="29427753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54A6836E-C603-43CB-9DA7-89D8E3FA38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296007DD-F9BF-4F0F-B8C6-C514B28419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 name="Title 1"/>
          <p:cNvSpPr>
            <a:spLocks noGrp="1"/>
          </p:cNvSpPr>
          <p:nvPr>
            <p:ph type="title"/>
          </p:nvPr>
        </p:nvSpPr>
        <p:spPr>
          <a:xfrm>
            <a:off x="753925" y="1321056"/>
            <a:ext cx="10684151" cy="1991979"/>
          </a:xfrm>
        </p:spPr>
        <p:txBody>
          <a:bodyPr vert="horz" lIns="91440" tIns="45720" rIns="91440" bIns="45720" rtlCol="0" anchor="b">
            <a:normAutofit/>
          </a:bodyPr>
          <a:lstStyle/>
          <a:p>
            <a:pPr algn="ctr"/>
            <a:r>
              <a:rPr lang="en-US" sz="5200" kern="1200" dirty="0">
                <a:solidFill>
                  <a:schemeClr val="tx2"/>
                </a:solidFill>
                <a:latin typeface="+mj-lt"/>
                <a:ea typeface="+mj-ea"/>
                <a:cs typeface="+mj-cs"/>
              </a:rPr>
              <a:t>Create an Instructional Plan</a:t>
            </a:r>
            <a:br>
              <a:rPr lang="en-US" sz="5200" kern="1200" dirty="0">
                <a:solidFill>
                  <a:schemeClr val="tx2"/>
                </a:solidFill>
                <a:latin typeface="+mj-lt"/>
                <a:ea typeface="+mj-ea"/>
                <a:cs typeface="+mj-cs"/>
              </a:rPr>
            </a:br>
            <a:r>
              <a:rPr lang="en-US" sz="5200" kern="1200" dirty="0">
                <a:solidFill>
                  <a:schemeClr val="tx2"/>
                </a:solidFill>
                <a:latin typeface="+mj-lt"/>
                <a:ea typeface="+mj-ea"/>
                <a:cs typeface="+mj-cs"/>
              </a:rPr>
              <a:t xml:space="preserve">Unit 3 Packet, p. </a:t>
            </a:r>
            <a:r>
              <a:rPr lang="en-US" sz="5200" kern="1200">
                <a:solidFill>
                  <a:schemeClr val="tx2"/>
                </a:solidFill>
                <a:latin typeface="+mj-lt"/>
                <a:ea typeface="+mj-ea"/>
                <a:cs typeface="+mj-cs"/>
              </a:rPr>
              <a:t>25-29</a:t>
            </a:r>
          </a:p>
        </p:txBody>
      </p:sp>
      <p:grpSp>
        <p:nvGrpSpPr>
          <p:cNvPr id="30" name="Group 29">
            <a:extLst>
              <a:ext uri="{FF2B5EF4-FFF2-40B4-BE49-F238E27FC236}">
                <a16:creationId xmlns:a16="http://schemas.microsoft.com/office/drawing/2014/main" id="{8A0FAFCA-5C96-453B-83B7-A9AEF7F1896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7867135" y="0"/>
            <a:ext cx="4324865" cy="2641149"/>
            <a:chOff x="6867015" y="-1"/>
            <a:chExt cx="5324985" cy="3251912"/>
          </a:xfrm>
          <a:solidFill>
            <a:schemeClr val="accent5">
              <a:alpha val="10000"/>
            </a:schemeClr>
          </a:solidFill>
        </p:grpSpPr>
        <p:sp>
          <p:nvSpPr>
            <p:cNvPr id="31" name="Freeform: Shape 30">
              <a:extLst>
                <a:ext uri="{FF2B5EF4-FFF2-40B4-BE49-F238E27FC236}">
                  <a16:creationId xmlns:a16="http://schemas.microsoft.com/office/drawing/2014/main" id="{4A0F84AE-A24D-4353-B1BA-BD80DAA385F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AF093259-3E74-43A1-944B-B106C8105E9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AAA28A35-1E54-4054-BB95-42FAFA13A9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FBA3A17F-F3BD-4B94-9CC8-006700210F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6" name="Group 35">
            <a:extLst>
              <a:ext uri="{FF2B5EF4-FFF2-40B4-BE49-F238E27FC236}">
                <a16:creationId xmlns:a16="http://schemas.microsoft.com/office/drawing/2014/main" id="{CD0398DD-AD75-4E2B-A3C6-35073082A8B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a:off x="-456265" y="3658536"/>
            <a:ext cx="3655725" cy="2743201"/>
            <a:chOff x="-305" y="-1"/>
            <a:chExt cx="3832880" cy="2876136"/>
          </a:xfrm>
        </p:grpSpPr>
        <p:sp>
          <p:nvSpPr>
            <p:cNvPr id="37" name="Freeform: Shape 36">
              <a:extLst>
                <a:ext uri="{FF2B5EF4-FFF2-40B4-BE49-F238E27FC236}">
                  <a16:creationId xmlns:a16="http://schemas.microsoft.com/office/drawing/2014/main" id="{03E4F247-A844-4CD1-A37E-B7EA0DA2DB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Freeform: Shape 37">
              <a:extLst>
                <a:ext uri="{FF2B5EF4-FFF2-40B4-BE49-F238E27FC236}">
                  <a16:creationId xmlns:a16="http://schemas.microsoft.com/office/drawing/2014/main" id="{E2387B1B-D4D3-493F-8D7A-C7A89DBD4A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Freeform: Shape 38">
              <a:extLst>
                <a:ext uri="{FF2B5EF4-FFF2-40B4-BE49-F238E27FC236}">
                  <a16:creationId xmlns:a16="http://schemas.microsoft.com/office/drawing/2014/main" id="{C3404477-1F13-4859-84DA-12A303ACAD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Shape 39">
              <a:extLst>
                <a:ext uri="{FF2B5EF4-FFF2-40B4-BE49-F238E27FC236}">
                  <a16:creationId xmlns:a16="http://schemas.microsoft.com/office/drawing/2014/main" id="{1B8C62FD-B708-4F00-80BB-1250C60119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8608971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A white sheet with black text  Description automatically generated">
            <a:extLst>
              <a:ext uri="{FF2B5EF4-FFF2-40B4-BE49-F238E27FC236}">
                <a16:creationId xmlns:a16="http://schemas.microsoft.com/office/drawing/2014/main" id="{2D6D83A6-0AE3-14EE-13EE-F906FF444B9E}"/>
              </a:ext>
            </a:extLst>
          </p:cNvPr>
          <p:cNvPicPr>
            <a:picLocks noChangeAspect="1"/>
          </p:cNvPicPr>
          <p:nvPr/>
        </p:nvPicPr>
        <p:blipFill>
          <a:blip r:embed="rId3"/>
          <a:stretch>
            <a:fillRect/>
          </a:stretch>
        </p:blipFill>
        <p:spPr>
          <a:xfrm>
            <a:off x="2380763" y="0"/>
            <a:ext cx="7430474" cy="6858000"/>
          </a:xfrm>
          <a:prstGeom prst="rect">
            <a:avLst/>
          </a:prstGeom>
        </p:spPr>
      </p:pic>
    </p:spTree>
    <p:extLst>
      <p:ext uri="{BB962C8B-B14F-4D97-AF65-F5344CB8AC3E}">
        <p14:creationId xmlns:p14="http://schemas.microsoft.com/office/powerpoint/2010/main" val="7322950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descr="A close-up of a test  Description automatically generated">
            <a:extLst>
              <a:ext uri="{FF2B5EF4-FFF2-40B4-BE49-F238E27FC236}">
                <a16:creationId xmlns:a16="http://schemas.microsoft.com/office/drawing/2014/main" id="{B5905A0E-4725-D944-E22B-A0D16AADF903}"/>
              </a:ext>
            </a:extLst>
          </p:cNvPr>
          <p:cNvPicPr>
            <a:picLocks noChangeAspect="1"/>
          </p:cNvPicPr>
          <p:nvPr/>
        </p:nvPicPr>
        <p:blipFill>
          <a:blip r:embed="rId3"/>
          <a:stretch>
            <a:fillRect/>
          </a:stretch>
        </p:blipFill>
        <p:spPr>
          <a:xfrm>
            <a:off x="533399" y="704850"/>
            <a:ext cx="10647219" cy="4972050"/>
          </a:xfrm>
          <a:prstGeom prst="rect">
            <a:avLst/>
          </a:prstGeom>
        </p:spPr>
      </p:pic>
    </p:spTree>
    <p:extLst>
      <p:ext uri="{BB962C8B-B14F-4D97-AF65-F5344CB8AC3E}">
        <p14:creationId xmlns:p14="http://schemas.microsoft.com/office/powerpoint/2010/main" val="175382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and black document with text  Description automatically generated with medium confidence">
            <a:extLst>
              <a:ext uri="{FF2B5EF4-FFF2-40B4-BE49-F238E27FC236}">
                <a16:creationId xmlns:a16="http://schemas.microsoft.com/office/drawing/2014/main" id="{682460EC-E799-3206-D1F5-030D58149FE7}"/>
              </a:ext>
            </a:extLst>
          </p:cNvPr>
          <p:cNvPicPr>
            <a:picLocks noChangeAspect="1"/>
          </p:cNvPicPr>
          <p:nvPr/>
        </p:nvPicPr>
        <p:blipFill>
          <a:blip r:embed="rId2"/>
          <a:stretch>
            <a:fillRect/>
          </a:stretch>
        </p:blipFill>
        <p:spPr>
          <a:xfrm>
            <a:off x="698500" y="710082"/>
            <a:ext cx="9347200" cy="5437836"/>
          </a:xfrm>
          <a:prstGeom prst="rect">
            <a:avLst/>
          </a:prstGeom>
        </p:spPr>
      </p:pic>
    </p:spTree>
    <p:extLst>
      <p:ext uri="{BB962C8B-B14F-4D97-AF65-F5344CB8AC3E}">
        <p14:creationId xmlns:p14="http://schemas.microsoft.com/office/powerpoint/2010/main" val="24128165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 shot of a computer  Description automatically generated">
            <a:extLst>
              <a:ext uri="{FF2B5EF4-FFF2-40B4-BE49-F238E27FC236}">
                <a16:creationId xmlns:a16="http://schemas.microsoft.com/office/drawing/2014/main" id="{504ACB94-223D-B6C4-CEC0-2B7F787AC855}"/>
              </a:ext>
            </a:extLst>
          </p:cNvPr>
          <p:cNvPicPr>
            <a:picLocks noChangeAspect="1"/>
          </p:cNvPicPr>
          <p:nvPr/>
        </p:nvPicPr>
        <p:blipFill>
          <a:blip r:embed="rId2"/>
          <a:stretch>
            <a:fillRect/>
          </a:stretch>
        </p:blipFill>
        <p:spPr>
          <a:xfrm>
            <a:off x="800099" y="781050"/>
            <a:ext cx="9946197" cy="4832350"/>
          </a:xfrm>
          <a:prstGeom prst="rect">
            <a:avLst/>
          </a:prstGeom>
        </p:spPr>
      </p:pic>
    </p:spTree>
    <p:extLst>
      <p:ext uri="{BB962C8B-B14F-4D97-AF65-F5344CB8AC3E}">
        <p14:creationId xmlns:p14="http://schemas.microsoft.com/office/powerpoint/2010/main" val="40057031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screenshot of a cell phone  Description automatically generated">
            <a:extLst>
              <a:ext uri="{FF2B5EF4-FFF2-40B4-BE49-F238E27FC236}">
                <a16:creationId xmlns:a16="http://schemas.microsoft.com/office/drawing/2014/main" id="{3BBC2981-45BD-D447-E933-CC419540F832}"/>
              </a:ext>
            </a:extLst>
          </p:cNvPr>
          <p:cNvPicPr>
            <a:picLocks noChangeAspect="1"/>
          </p:cNvPicPr>
          <p:nvPr/>
        </p:nvPicPr>
        <p:blipFill>
          <a:blip r:embed="rId2"/>
          <a:stretch>
            <a:fillRect/>
          </a:stretch>
        </p:blipFill>
        <p:spPr>
          <a:xfrm>
            <a:off x="673100" y="685800"/>
            <a:ext cx="10652540" cy="4622800"/>
          </a:xfrm>
          <a:prstGeom prst="rect">
            <a:avLst/>
          </a:prstGeom>
        </p:spPr>
      </p:pic>
    </p:spTree>
    <p:extLst>
      <p:ext uri="{BB962C8B-B14F-4D97-AF65-F5344CB8AC3E}">
        <p14:creationId xmlns:p14="http://schemas.microsoft.com/office/powerpoint/2010/main" val="16435040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18873D23-2DCF-4B31-A009-95721C06E8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13EF075-D4EF-4929-ADBC-91B27DA199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grpSp>
        <p:nvGrpSpPr>
          <p:cNvPr id="15" name="Group 14">
            <a:extLst>
              <a:ext uri="{FF2B5EF4-FFF2-40B4-BE49-F238E27FC236}">
                <a16:creationId xmlns:a16="http://schemas.microsoft.com/office/drawing/2014/main" id="{DAA26DFA-AAB2-4973-9C17-16D587C7B19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1863" y="508838"/>
            <a:ext cx="5217958" cy="6239661"/>
            <a:chOff x="-19221" y="251144"/>
            <a:chExt cx="5217958" cy="6239661"/>
          </a:xfrm>
        </p:grpSpPr>
        <p:sp>
          <p:nvSpPr>
            <p:cNvPr id="21" name="Freeform: Shape 15">
              <a:extLst>
                <a:ext uri="{FF2B5EF4-FFF2-40B4-BE49-F238E27FC236}">
                  <a16:creationId xmlns:a16="http://schemas.microsoft.com/office/drawing/2014/main" id="{3F407F11-7321-4BF6-8536-CCE8E34245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251144"/>
              <a:ext cx="5187198" cy="6239661"/>
            </a:xfrm>
            <a:custGeom>
              <a:avLst/>
              <a:gdLst>
                <a:gd name="connsiteX0" fmla="*/ 2011811 w 5187198"/>
                <a:gd name="connsiteY0" fmla="*/ 4 h 6239661"/>
                <a:gd name="connsiteX1" fmla="*/ 2617011 w 5187198"/>
                <a:gd name="connsiteY1" fmla="*/ 70590 h 6239661"/>
                <a:gd name="connsiteX2" fmla="*/ 2690321 w 5187198"/>
                <a:gd name="connsiteY2" fmla="*/ 88146 h 6239661"/>
                <a:gd name="connsiteX3" fmla="*/ 2726863 w 5187198"/>
                <a:gd name="connsiteY3" fmla="*/ 97127 h 6239661"/>
                <a:gd name="connsiteX4" fmla="*/ 2762951 w 5187198"/>
                <a:gd name="connsiteY4" fmla="*/ 107375 h 6239661"/>
                <a:gd name="connsiteX5" fmla="*/ 2834843 w 5187198"/>
                <a:gd name="connsiteY5" fmla="*/ 128493 h 6239661"/>
                <a:gd name="connsiteX6" fmla="*/ 2906574 w 5187198"/>
                <a:gd name="connsiteY6" fmla="*/ 151076 h 6239661"/>
                <a:gd name="connsiteX7" fmla="*/ 3049504 w 5187198"/>
                <a:gd name="connsiteY7" fmla="*/ 202124 h 6239661"/>
                <a:gd name="connsiteX8" fmla="*/ 3189518 w 5187198"/>
                <a:gd name="connsiteY8" fmla="*/ 260159 h 6239661"/>
                <a:gd name="connsiteX9" fmla="*/ 3326048 w 5187198"/>
                <a:gd name="connsiteY9" fmla="*/ 325143 h 6239661"/>
                <a:gd name="connsiteX10" fmla="*/ 3459166 w 5187198"/>
                <a:gd name="connsiteY10" fmla="*/ 395936 h 6239661"/>
                <a:gd name="connsiteX11" fmla="*/ 3588578 w 5187198"/>
                <a:gd name="connsiteY11" fmla="*/ 472343 h 6239661"/>
                <a:gd name="connsiteX12" fmla="*/ 3651864 w 5187198"/>
                <a:gd name="connsiteY12" fmla="*/ 512600 h 6239661"/>
                <a:gd name="connsiteX13" fmla="*/ 3714514 w 5187198"/>
                <a:gd name="connsiteY13" fmla="*/ 553499 h 6239661"/>
                <a:gd name="connsiteX14" fmla="*/ 4181221 w 5187198"/>
                <a:gd name="connsiteY14" fmla="*/ 922912 h 6239661"/>
                <a:gd name="connsiteX15" fmla="*/ 4582963 w 5187198"/>
                <a:gd name="connsiteY15" fmla="*/ 1358264 h 6239661"/>
                <a:gd name="connsiteX16" fmla="*/ 4670721 w 5187198"/>
                <a:gd name="connsiteY16" fmla="*/ 1477644 h 6239661"/>
                <a:gd name="connsiteX17" fmla="*/ 4752378 w 5187198"/>
                <a:gd name="connsiteY17" fmla="*/ 1601187 h 6239661"/>
                <a:gd name="connsiteX18" fmla="*/ 4772168 w 5187198"/>
                <a:gd name="connsiteY18" fmla="*/ 1632456 h 6239661"/>
                <a:gd name="connsiteX19" fmla="*/ 4782117 w 5187198"/>
                <a:gd name="connsiteY19" fmla="*/ 1648104 h 6239661"/>
                <a:gd name="connsiteX20" fmla="*/ 4791381 w 5187198"/>
                <a:gd name="connsiteY20" fmla="*/ 1664150 h 6239661"/>
                <a:gd name="connsiteX21" fmla="*/ 4828190 w 5187198"/>
                <a:gd name="connsiteY21" fmla="*/ 1728379 h 6239661"/>
                <a:gd name="connsiteX22" fmla="*/ 4864832 w 5187198"/>
                <a:gd name="connsiteY22" fmla="*/ 1792796 h 6239661"/>
                <a:gd name="connsiteX23" fmla="*/ 4899201 w 5187198"/>
                <a:gd name="connsiteY23" fmla="*/ 1858342 h 6239661"/>
                <a:gd name="connsiteX24" fmla="*/ 4933266 w 5187198"/>
                <a:gd name="connsiteY24" fmla="*/ 1924155 h 6239661"/>
                <a:gd name="connsiteX25" fmla="*/ 4964403 w 5187198"/>
                <a:gd name="connsiteY25" fmla="*/ 1991384 h 6239661"/>
                <a:gd name="connsiteX26" fmla="*/ 4995019 w 5187198"/>
                <a:gd name="connsiteY26" fmla="*/ 2058823 h 6239661"/>
                <a:gd name="connsiteX27" fmla="*/ 5021999 w 5187198"/>
                <a:gd name="connsiteY27" fmla="*/ 2127723 h 6239661"/>
                <a:gd name="connsiteX28" fmla="*/ 5048321 w 5187198"/>
                <a:gd name="connsiteY28" fmla="*/ 2196908 h 6239661"/>
                <a:gd name="connsiteX29" fmla="*/ 5070546 w 5187198"/>
                <a:gd name="connsiteY29" fmla="*/ 2267547 h 6239661"/>
                <a:gd name="connsiteX30" fmla="*/ 5092171 w 5187198"/>
                <a:gd name="connsiteY30" fmla="*/ 2338256 h 6239661"/>
                <a:gd name="connsiteX31" fmla="*/ 5110305 w 5187198"/>
                <a:gd name="connsiteY31" fmla="*/ 2409886 h 6239661"/>
                <a:gd name="connsiteX32" fmla="*/ 5186393 w 5187198"/>
                <a:gd name="connsiteY32" fmla="*/ 2992022 h 6239661"/>
                <a:gd name="connsiteX33" fmla="*/ 5149045 w 5187198"/>
                <a:gd name="connsiteY33" fmla="*/ 3571816 h 6239661"/>
                <a:gd name="connsiteX34" fmla="*/ 5126572 w 5187198"/>
                <a:gd name="connsiteY34" fmla="*/ 3714520 h 6239661"/>
                <a:gd name="connsiteX35" fmla="*/ 5099067 w 5187198"/>
                <a:gd name="connsiteY35" fmla="*/ 3856108 h 6239661"/>
                <a:gd name="connsiteX36" fmla="*/ 5095699 w 5187198"/>
                <a:gd name="connsiteY36" fmla="*/ 3873868 h 6239661"/>
                <a:gd name="connsiteX37" fmla="*/ 5091573 w 5187198"/>
                <a:gd name="connsiteY37" fmla="*/ 3891426 h 6239661"/>
                <a:gd name="connsiteX38" fmla="*/ 5083324 w 5187198"/>
                <a:gd name="connsiteY38" fmla="*/ 3926541 h 6239661"/>
                <a:gd name="connsiteX39" fmla="*/ 5067256 w 5187198"/>
                <a:gd name="connsiteY39" fmla="*/ 3996889 h 6239661"/>
                <a:gd name="connsiteX40" fmla="*/ 5059194 w 5187198"/>
                <a:gd name="connsiteY40" fmla="*/ 4032171 h 6239661"/>
                <a:gd name="connsiteX41" fmla="*/ 5049522 w 5187198"/>
                <a:gd name="connsiteY41" fmla="*/ 4067833 h 6239661"/>
                <a:gd name="connsiteX42" fmla="*/ 5040067 w 5187198"/>
                <a:gd name="connsiteY42" fmla="*/ 4103553 h 6239661"/>
                <a:gd name="connsiteX43" fmla="*/ 5028960 w 5187198"/>
                <a:gd name="connsiteY43" fmla="*/ 4138946 h 6239661"/>
                <a:gd name="connsiteX44" fmla="*/ 4917351 w 5187198"/>
                <a:gd name="connsiteY44" fmla="*/ 4417041 h 6239661"/>
                <a:gd name="connsiteX45" fmla="*/ 4756163 w 5187198"/>
                <a:gd name="connsiteY45" fmla="*/ 4676402 h 6239661"/>
                <a:gd name="connsiteX46" fmla="*/ 4322493 w 5187198"/>
                <a:gd name="connsiteY46" fmla="*/ 5105604 h 6239661"/>
                <a:gd name="connsiteX47" fmla="*/ 3840510 w 5187198"/>
                <a:gd name="connsiteY47" fmla="*/ 5429590 h 6239661"/>
                <a:gd name="connsiteX48" fmla="*/ 3606447 w 5187198"/>
                <a:gd name="connsiteY48" fmla="*/ 5572862 h 6239661"/>
                <a:gd name="connsiteX49" fmla="*/ 3488814 w 5187198"/>
                <a:gd name="connsiteY49" fmla="*/ 5647178 h 6239661"/>
                <a:gd name="connsiteX50" fmla="*/ 3365864 w 5187198"/>
                <a:gd name="connsiteY50" fmla="*/ 5722735 h 6239661"/>
                <a:gd name="connsiteX51" fmla="*/ 2839486 w 5187198"/>
                <a:gd name="connsiteY51" fmla="*/ 5999120 h 6239661"/>
                <a:gd name="connsiteX52" fmla="*/ 2242423 w 5187198"/>
                <a:gd name="connsiteY52" fmla="*/ 6192346 h 6239661"/>
                <a:gd name="connsiteX53" fmla="*/ 1589380 w 5187198"/>
                <a:gd name="connsiteY53" fmla="*/ 6230657 h 6239661"/>
                <a:gd name="connsiteX54" fmla="*/ 1548244 w 5187198"/>
                <a:gd name="connsiteY54" fmla="*/ 6226706 h 6239661"/>
                <a:gd name="connsiteX55" fmla="*/ 1507348 w 5187198"/>
                <a:gd name="connsiteY55" fmla="*/ 6221428 h 6239661"/>
                <a:gd name="connsiteX56" fmla="*/ 1466401 w 5187198"/>
                <a:gd name="connsiteY56" fmla="*/ 6215904 h 6239661"/>
                <a:gd name="connsiteX57" fmla="*/ 1425773 w 5187198"/>
                <a:gd name="connsiteY57" fmla="*/ 6209191 h 6239661"/>
                <a:gd name="connsiteX58" fmla="*/ 1344960 w 5187198"/>
                <a:gd name="connsiteY58" fmla="*/ 6193681 h 6239661"/>
                <a:gd name="connsiteX59" fmla="*/ 1265007 w 5187198"/>
                <a:gd name="connsiteY59" fmla="*/ 6175388 h 6239661"/>
                <a:gd name="connsiteX60" fmla="*/ 1225415 w 5187198"/>
                <a:gd name="connsiteY60" fmla="*/ 6165243 h 6239661"/>
                <a:gd name="connsiteX61" fmla="*/ 1186567 w 5187198"/>
                <a:gd name="connsiteY61" fmla="*/ 6154486 h 6239661"/>
                <a:gd name="connsiteX62" fmla="*/ 1111158 w 5187198"/>
                <a:gd name="connsiteY62" fmla="*/ 6130918 h 6239661"/>
                <a:gd name="connsiteX63" fmla="*/ 1035915 w 5187198"/>
                <a:gd name="connsiteY63" fmla="*/ 6107163 h 6239661"/>
                <a:gd name="connsiteX64" fmla="*/ 961579 w 5187198"/>
                <a:gd name="connsiteY64" fmla="*/ 6079594 h 6239661"/>
                <a:gd name="connsiteX65" fmla="*/ 395297 w 5187198"/>
                <a:gd name="connsiteY65" fmla="*/ 5792812 h 6239661"/>
                <a:gd name="connsiteX66" fmla="*/ 265239 w 5187198"/>
                <a:gd name="connsiteY66" fmla="*/ 5701511 h 6239661"/>
                <a:gd name="connsiteX67" fmla="*/ 233756 w 5187198"/>
                <a:gd name="connsiteY67" fmla="*/ 5677542 h 6239661"/>
                <a:gd name="connsiteX68" fmla="*/ 202800 w 5187198"/>
                <a:gd name="connsiteY68" fmla="*/ 5652902 h 6239661"/>
                <a:gd name="connsiteX69" fmla="*/ 140918 w 5187198"/>
                <a:gd name="connsiteY69" fmla="*/ 5603515 h 6239661"/>
                <a:gd name="connsiteX70" fmla="*/ 110625 w 5187198"/>
                <a:gd name="connsiteY70" fmla="*/ 5578127 h 6239661"/>
                <a:gd name="connsiteX71" fmla="*/ 95631 w 5187198"/>
                <a:gd name="connsiteY71" fmla="*/ 5565299 h 6239661"/>
                <a:gd name="connsiteX72" fmla="*/ 81966 w 5187198"/>
                <a:gd name="connsiteY72" fmla="*/ 5550973 h 6239661"/>
                <a:gd name="connsiteX73" fmla="*/ 27991 w 5187198"/>
                <a:gd name="connsiteY73" fmla="*/ 5493272 h 6239661"/>
                <a:gd name="connsiteX74" fmla="*/ 1454 w 5187198"/>
                <a:gd name="connsiteY74" fmla="*/ 5464252 h 6239661"/>
                <a:gd name="connsiteX75" fmla="*/ 0 w 5187198"/>
                <a:gd name="connsiteY75" fmla="*/ 5462518 h 6239661"/>
                <a:gd name="connsiteX76" fmla="*/ 0 w 5187198"/>
                <a:gd name="connsiteY76" fmla="*/ 4720187 h 6239661"/>
                <a:gd name="connsiteX77" fmla="*/ 109684 w 5187198"/>
                <a:gd name="connsiteY77" fmla="*/ 4836724 h 6239661"/>
                <a:gd name="connsiteX78" fmla="*/ 306959 w 5187198"/>
                <a:gd name="connsiteY78" fmla="*/ 5007200 h 6239661"/>
                <a:gd name="connsiteX79" fmla="*/ 358101 w 5187198"/>
                <a:gd name="connsiteY79" fmla="*/ 5046057 h 6239661"/>
                <a:gd name="connsiteX80" fmla="*/ 383328 w 5187198"/>
                <a:gd name="connsiteY80" fmla="*/ 5065684 h 6239661"/>
                <a:gd name="connsiteX81" fmla="*/ 409503 w 5187198"/>
                <a:gd name="connsiteY81" fmla="*/ 5083942 h 6239661"/>
                <a:gd name="connsiteX82" fmla="*/ 461889 w 5187198"/>
                <a:gd name="connsiteY82" fmla="*/ 5119888 h 6239661"/>
                <a:gd name="connsiteX83" fmla="*/ 474883 w 5187198"/>
                <a:gd name="connsiteY83" fmla="*/ 5128933 h 6239661"/>
                <a:gd name="connsiteX84" fmla="*/ 486410 w 5187198"/>
                <a:gd name="connsiteY84" fmla="*/ 5139557 h 6239661"/>
                <a:gd name="connsiteX85" fmla="*/ 510852 w 5187198"/>
                <a:gd name="connsiteY85" fmla="*/ 5159089 h 6239661"/>
                <a:gd name="connsiteX86" fmla="*/ 560653 w 5187198"/>
                <a:gd name="connsiteY86" fmla="*/ 5196893 h 6239661"/>
                <a:gd name="connsiteX87" fmla="*/ 585485 w 5187198"/>
                <a:gd name="connsiteY87" fmla="*/ 5215834 h 6239661"/>
                <a:gd name="connsiteX88" fmla="*/ 610707 w 5187198"/>
                <a:gd name="connsiteY88" fmla="*/ 5234185 h 6239661"/>
                <a:gd name="connsiteX89" fmla="*/ 714768 w 5187198"/>
                <a:gd name="connsiteY89" fmla="*/ 5303103 h 6239661"/>
                <a:gd name="connsiteX90" fmla="*/ 1166634 w 5187198"/>
                <a:gd name="connsiteY90" fmla="*/ 5513322 h 6239661"/>
                <a:gd name="connsiteX91" fmla="*/ 1225991 w 5187198"/>
                <a:gd name="connsiteY91" fmla="*/ 5533632 h 6239661"/>
                <a:gd name="connsiteX92" fmla="*/ 1286680 w 5187198"/>
                <a:gd name="connsiteY92" fmla="*/ 5550705 h 6239661"/>
                <a:gd name="connsiteX93" fmla="*/ 1347310 w 5187198"/>
                <a:gd name="connsiteY93" fmla="*/ 5567995 h 6239661"/>
                <a:gd name="connsiteX94" fmla="*/ 1377002 w 5187198"/>
                <a:gd name="connsiteY94" fmla="*/ 5575719 h 6239661"/>
                <a:gd name="connsiteX95" fmla="*/ 1406328 w 5187198"/>
                <a:gd name="connsiteY95" fmla="*/ 5582649 h 6239661"/>
                <a:gd name="connsiteX96" fmla="*/ 1465060 w 5187198"/>
                <a:gd name="connsiteY96" fmla="*/ 5594909 h 6239661"/>
                <a:gd name="connsiteX97" fmla="*/ 1523881 w 5187198"/>
                <a:gd name="connsiteY97" fmla="*/ 5605105 h 6239661"/>
                <a:gd name="connsiteX98" fmla="*/ 1553325 w 5187198"/>
                <a:gd name="connsiteY98" fmla="*/ 5609865 h 6239661"/>
                <a:gd name="connsiteX99" fmla="*/ 1582813 w 5187198"/>
                <a:gd name="connsiteY99" fmla="*/ 5613593 h 6239661"/>
                <a:gd name="connsiteX100" fmla="*/ 1612301 w 5187198"/>
                <a:gd name="connsiteY100" fmla="*/ 5617321 h 6239661"/>
                <a:gd name="connsiteX101" fmla="*/ 1641863 w 5187198"/>
                <a:gd name="connsiteY101" fmla="*/ 5619910 h 6239661"/>
                <a:gd name="connsiteX102" fmla="*/ 2117508 w 5187198"/>
                <a:gd name="connsiteY102" fmla="*/ 5595156 h 6239661"/>
                <a:gd name="connsiteX103" fmla="*/ 2597368 w 5187198"/>
                <a:gd name="connsiteY103" fmla="*/ 5447381 h 6239661"/>
                <a:gd name="connsiteX104" fmla="*/ 3082968 w 5187198"/>
                <a:gd name="connsiteY104" fmla="*/ 5223245 h 6239661"/>
                <a:gd name="connsiteX105" fmla="*/ 3334855 w 5187198"/>
                <a:gd name="connsiteY105" fmla="*/ 5097383 h 6239661"/>
                <a:gd name="connsiteX106" fmla="*/ 3599509 w 5187198"/>
                <a:gd name="connsiteY106" fmla="*/ 4976217 h 6239661"/>
                <a:gd name="connsiteX107" fmla="*/ 4112002 w 5187198"/>
                <a:gd name="connsiteY107" fmla="*/ 4766359 h 6239661"/>
                <a:gd name="connsiteX108" fmla="*/ 4348983 w 5187198"/>
                <a:gd name="connsiteY108" fmla="*/ 4649833 h 6239661"/>
                <a:gd name="connsiteX109" fmla="*/ 4560505 w 5187198"/>
                <a:gd name="connsiteY109" fmla="*/ 4501564 h 6239661"/>
                <a:gd name="connsiteX110" fmla="*/ 4731963 w 5187198"/>
                <a:gd name="connsiteY110" fmla="*/ 4309870 h 6239661"/>
                <a:gd name="connsiteX111" fmla="*/ 4852344 w 5187198"/>
                <a:gd name="connsiteY111" fmla="*/ 4078640 h 6239661"/>
                <a:gd name="connsiteX112" fmla="*/ 4863972 w 5187198"/>
                <a:gd name="connsiteY112" fmla="*/ 4047790 h 6239661"/>
                <a:gd name="connsiteX113" fmla="*/ 4874144 w 5187198"/>
                <a:gd name="connsiteY113" fmla="*/ 4016320 h 6239661"/>
                <a:gd name="connsiteX114" fmla="*/ 4884127 w 5187198"/>
                <a:gd name="connsiteY114" fmla="*/ 3984682 h 6239661"/>
                <a:gd name="connsiteX115" fmla="*/ 4892800 w 5187198"/>
                <a:gd name="connsiteY115" fmla="*/ 3951883 h 6239661"/>
                <a:gd name="connsiteX116" fmla="*/ 4909526 w 5187198"/>
                <a:gd name="connsiteY116" fmla="*/ 3886001 h 6239661"/>
                <a:gd name="connsiteX117" fmla="*/ 4917687 w 5187198"/>
                <a:gd name="connsiteY117" fmla="*/ 3852948 h 6239661"/>
                <a:gd name="connsiteX118" fmla="*/ 4921768 w 5187198"/>
                <a:gd name="connsiteY118" fmla="*/ 3836422 h 6239661"/>
                <a:gd name="connsiteX119" fmla="*/ 4924845 w 5187198"/>
                <a:gd name="connsiteY119" fmla="*/ 3819742 h 6239661"/>
                <a:gd name="connsiteX120" fmla="*/ 4948230 w 5187198"/>
                <a:gd name="connsiteY120" fmla="*/ 3685744 h 6239661"/>
                <a:gd name="connsiteX121" fmla="*/ 4962782 w 5187198"/>
                <a:gd name="connsiteY121" fmla="*/ 3550540 h 6239661"/>
                <a:gd name="connsiteX122" fmla="*/ 4939468 w 5187198"/>
                <a:gd name="connsiteY122" fmla="*/ 3010249 h 6239661"/>
                <a:gd name="connsiteX123" fmla="*/ 4816901 w 5187198"/>
                <a:gd name="connsiteY123" fmla="*/ 2488224 h 6239661"/>
                <a:gd name="connsiteX124" fmla="*/ 4797005 w 5187198"/>
                <a:gd name="connsiteY124" fmla="*/ 2424470 h 6239661"/>
                <a:gd name="connsiteX125" fmla="*/ 4774433 w 5187198"/>
                <a:gd name="connsiteY125" fmla="*/ 2361620 h 6239661"/>
                <a:gd name="connsiteX126" fmla="*/ 4752459 w 5187198"/>
                <a:gd name="connsiteY126" fmla="*/ 2298700 h 6239661"/>
                <a:gd name="connsiteX127" fmla="*/ 4728083 w 5187198"/>
                <a:gd name="connsiteY127" fmla="*/ 2236526 h 6239661"/>
                <a:gd name="connsiteX128" fmla="*/ 4704471 w 5187198"/>
                <a:gd name="connsiteY128" fmla="*/ 2174095 h 6239661"/>
                <a:gd name="connsiteX129" fmla="*/ 4678399 w 5187198"/>
                <a:gd name="connsiteY129" fmla="*/ 2112626 h 6239661"/>
                <a:gd name="connsiteX130" fmla="*/ 4652601 w 5187198"/>
                <a:gd name="connsiteY130" fmla="*/ 2050999 h 6239661"/>
                <a:gd name="connsiteX131" fmla="*/ 4624205 w 5187198"/>
                <a:gd name="connsiteY131" fmla="*/ 1990415 h 6239661"/>
                <a:gd name="connsiteX132" fmla="*/ 4595398 w 5187198"/>
                <a:gd name="connsiteY132" fmla="*/ 1930069 h 6239661"/>
                <a:gd name="connsiteX133" fmla="*/ 4563827 w 5187198"/>
                <a:gd name="connsiteY133" fmla="*/ 1870952 h 6239661"/>
                <a:gd name="connsiteX134" fmla="*/ 4531433 w 5187198"/>
                <a:gd name="connsiteY134" fmla="*/ 1812311 h 6239661"/>
                <a:gd name="connsiteX135" fmla="*/ 4523315 w 5187198"/>
                <a:gd name="connsiteY135" fmla="*/ 1797616 h 6239661"/>
                <a:gd name="connsiteX136" fmla="*/ 4514482 w 5187198"/>
                <a:gd name="connsiteY136" fmla="*/ 1783425 h 6239661"/>
                <a:gd name="connsiteX137" fmla="*/ 4496845 w 5187198"/>
                <a:gd name="connsiteY137" fmla="*/ 1754936 h 6239661"/>
                <a:gd name="connsiteX138" fmla="*/ 4461463 w 5187198"/>
                <a:gd name="connsiteY138" fmla="*/ 1697929 h 6239661"/>
                <a:gd name="connsiteX139" fmla="*/ 4452660 w 5187198"/>
                <a:gd name="connsiteY139" fmla="*/ 1683629 h 6239661"/>
                <a:gd name="connsiteX140" fmla="*/ 4443141 w 5187198"/>
                <a:gd name="connsiteY140" fmla="*/ 1669834 h 6239661"/>
                <a:gd name="connsiteX141" fmla="*/ 4424241 w 5187198"/>
                <a:gd name="connsiteY141" fmla="*/ 1642166 h 6239661"/>
                <a:gd name="connsiteX142" fmla="*/ 4346886 w 5187198"/>
                <a:gd name="connsiteY142" fmla="*/ 1532412 h 6239661"/>
                <a:gd name="connsiteX143" fmla="*/ 3985497 w 5187198"/>
                <a:gd name="connsiteY143" fmla="*/ 1134649 h 6239661"/>
                <a:gd name="connsiteX144" fmla="*/ 3545665 w 5187198"/>
                <a:gd name="connsiteY144" fmla="*/ 825877 h 6239661"/>
                <a:gd name="connsiteX145" fmla="*/ 3486190 w 5187198"/>
                <a:gd name="connsiteY145" fmla="*/ 794756 h 6239661"/>
                <a:gd name="connsiteX146" fmla="*/ 3426182 w 5187198"/>
                <a:gd name="connsiteY146" fmla="*/ 764765 h 6239661"/>
                <a:gd name="connsiteX147" fmla="*/ 3365044 w 5187198"/>
                <a:gd name="connsiteY147" fmla="*/ 737255 h 6239661"/>
                <a:gd name="connsiteX148" fmla="*/ 3334529 w 5187198"/>
                <a:gd name="connsiteY148" fmla="*/ 723514 h 6239661"/>
                <a:gd name="connsiteX149" fmla="*/ 3303733 w 5187198"/>
                <a:gd name="connsiteY149" fmla="*/ 710395 h 6239661"/>
                <a:gd name="connsiteX150" fmla="*/ 3179033 w 5187198"/>
                <a:gd name="connsiteY150" fmla="*/ 662259 h 6239661"/>
                <a:gd name="connsiteX151" fmla="*/ 3052408 w 5187198"/>
                <a:gd name="connsiteY151" fmla="*/ 620447 h 6239661"/>
                <a:gd name="connsiteX152" fmla="*/ 2924325 w 5187198"/>
                <a:gd name="connsiteY152" fmla="*/ 584505 h 6239661"/>
                <a:gd name="connsiteX153" fmla="*/ 2859667 w 5187198"/>
                <a:gd name="connsiteY153" fmla="*/ 569266 h 6239661"/>
                <a:gd name="connsiteX154" fmla="*/ 2795226 w 5187198"/>
                <a:gd name="connsiteY154" fmla="*/ 554085 h 6239661"/>
                <a:gd name="connsiteX155" fmla="*/ 2729702 w 5187198"/>
                <a:gd name="connsiteY155" fmla="*/ 540354 h 6239661"/>
                <a:gd name="connsiteX156" fmla="*/ 2663758 w 5187198"/>
                <a:gd name="connsiteY156" fmla="*/ 527322 h 6239661"/>
                <a:gd name="connsiteX157" fmla="*/ 2630927 w 5187198"/>
                <a:gd name="connsiteY157" fmla="*/ 520495 h 6239661"/>
                <a:gd name="connsiteX158" fmla="*/ 2597965 w 5187198"/>
                <a:gd name="connsiteY158" fmla="*/ 515024 h 6239661"/>
                <a:gd name="connsiteX159" fmla="*/ 2532205 w 5187198"/>
                <a:gd name="connsiteY159" fmla="*/ 503895 h 6239661"/>
                <a:gd name="connsiteX160" fmla="*/ 2010064 w 5187198"/>
                <a:gd name="connsiteY160" fmla="*/ 452552 h 6239661"/>
                <a:gd name="connsiteX161" fmla="*/ 1494552 w 5187198"/>
                <a:gd name="connsiteY161" fmla="*/ 485055 h 6239661"/>
                <a:gd name="connsiteX162" fmla="*/ 1366896 w 5187198"/>
                <a:gd name="connsiteY162" fmla="*/ 509389 h 6239661"/>
                <a:gd name="connsiteX163" fmla="*/ 1240175 w 5187198"/>
                <a:gd name="connsiteY163" fmla="*/ 541045 h 6239661"/>
                <a:gd name="connsiteX164" fmla="*/ 1177438 w 5187198"/>
                <a:gd name="connsiteY164" fmla="*/ 560170 h 6239661"/>
                <a:gd name="connsiteX165" fmla="*/ 1145987 w 5187198"/>
                <a:gd name="connsiteY165" fmla="*/ 569826 h 6239661"/>
                <a:gd name="connsiteX166" fmla="*/ 1130315 w 5187198"/>
                <a:gd name="connsiteY166" fmla="*/ 574669 h 6239661"/>
                <a:gd name="connsiteX167" fmla="*/ 1114873 w 5187198"/>
                <a:gd name="connsiteY167" fmla="*/ 580384 h 6239661"/>
                <a:gd name="connsiteX168" fmla="*/ 1052839 w 5187198"/>
                <a:gd name="connsiteY168" fmla="*/ 602943 h 6239661"/>
                <a:gd name="connsiteX169" fmla="*/ 991135 w 5187198"/>
                <a:gd name="connsiteY169" fmla="*/ 626866 h 6239661"/>
                <a:gd name="connsiteX170" fmla="*/ 930179 w 5187198"/>
                <a:gd name="connsiteY170" fmla="*/ 653191 h 6239661"/>
                <a:gd name="connsiteX171" fmla="*/ 869768 w 5187198"/>
                <a:gd name="connsiteY171" fmla="*/ 680937 h 6239661"/>
                <a:gd name="connsiteX172" fmla="*/ 810085 w 5187198"/>
                <a:gd name="connsiteY172" fmla="*/ 710734 h 6239661"/>
                <a:gd name="connsiteX173" fmla="*/ 751220 w 5187198"/>
                <a:gd name="connsiteY173" fmla="*/ 741794 h 6239661"/>
                <a:gd name="connsiteX174" fmla="*/ 532669 w 5187198"/>
                <a:gd name="connsiteY174" fmla="*/ 881688 h 6239661"/>
                <a:gd name="connsiteX175" fmla="*/ 354185 w 5187198"/>
                <a:gd name="connsiteY175" fmla="*/ 1050286 h 6239661"/>
                <a:gd name="connsiteX176" fmla="*/ 315980 w 5187198"/>
                <a:gd name="connsiteY176" fmla="*/ 1098125 h 6239661"/>
                <a:gd name="connsiteX177" fmla="*/ 280345 w 5187198"/>
                <a:gd name="connsiteY177" fmla="*/ 1149782 h 6239661"/>
                <a:gd name="connsiteX178" fmla="*/ 245890 w 5187198"/>
                <a:gd name="connsiteY178" fmla="*/ 1203959 h 6239661"/>
                <a:gd name="connsiteX179" fmla="*/ 212162 w 5187198"/>
                <a:gd name="connsiteY179" fmla="*/ 1260184 h 6239661"/>
                <a:gd name="connsiteX180" fmla="*/ 80716 w 5187198"/>
                <a:gd name="connsiteY180" fmla="*/ 1502476 h 6239661"/>
                <a:gd name="connsiteX181" fmla="*/ 0 w 5187198"/>
                <a:gd name="connsiteY181" fmla="*/ 1648841 h 6239661"/>
                <a:gd name="connsiteX182" fmla="*/ 0 w 5187198"/>
                <a:gd name="connsiteY182" fmla="*/ 954863 h 6239661"/>
                <a:gd name="connsiteX183" fmla="*/ 43491 w 5187198"/>
                <a:gd name="connsiteY183" fmla="*/ 895513 h 6239661"/>
                <a:gd name="connsiteX184" fmla="*/ 93923 w 5187198"/>
                <a:gd name="connsiteY184" fmla="*/ 834489 h 6239661"/>
                <a:gd name="connsiteX185" fmla="*/ 323465 w 5187198"/>
                <a:gd name="connsiteY185" fmla="*/ 617671 h 6239661"/>
                <a:gd name="connsiteX186" fmla="*/ 574777 w 5187198"/>
                <a:gd name="connsiteY186" fmla="*/ 446794 h 6239661"/>
                <a:gd name="connsiteX187" fmla="*/ 638943 w 5187198"/>
                <a:gd name="connsiteY187" fmla="*/ 408925 h 6239661"/>
                <a:gd name="connsiteX188" fmla="*/ 703505 w 5187198"/>
                <a:gd name="connsiteY188" fmla="*/ 371742 h 6239661"/>
                <a:gd name="connsiteX189" fmla="*/ 769262 w 5187198"/>
                <a:gd name="connsiteY189" fmla="*/ 336154 h 6239661"/>
                <a:gd name="connsiteX190" fmla="*/ 835552 w 5187198"/>
                <a:gd name="connsiteY190" fmla="*/ 301173 h 6239661"/>
                <a:gd name="connsiteX191" fmla="*/ 902979 w 5187198"/>
                <a:gd name="connsiteY191" fmla="*/ 268004 h 6239661"/>
                <a:gd name="connsiteX192" fmla="*/ 971127 w 5187198"/>
                <a:gd name="connsiteY192" fmla="*/ 235607 h 6239661"/>
                <a:gd name="connsiteX193" fmla="*/ 988238 w 5187198"/>
                <a:gd name="connsiteY193" fmla="*/ 227556 h 6239661"/>
                <a:gd name="connsiteX194" fmla="*/ 1005744 w 5187198"/>
                <a:gd name="connsiteY194" fmla="*/ 220191 h 6239661"/>
                <a:gd name="connsiteX195" fmla="*/ 1040729 w 5187198"/>
                <a:gd name="connsiteY195" fmla="*/ 205569 h 6239661"/>
                <a:gd name="connsiteX196" fmla="*/ 1110835 w 5187198"/>
                <a:gd name="connsiteY196" fmla="*/ 176248 h 6239661"/>
                <a:gd name="connsiteX197" fmla="*/ 1254256 w 5187198"/>
                <a:gd name="connsiteY197" fmla="*/ 123796 h 6239661"/>
                <a:gd name="connsiteX198" fmla="*/ 1401310 w 5187198"/>
                <a:gd name="connsiteY198" fmla="*/ 79852 h 6239661"/>
                <a:gd name="connsiteX199" fmla="*/ 2011811 w 5187198"/>
                <a:gd name="connsiteY199" fmla="*/ 4 h 6239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5187198" h="6239661">
                  <a:moveTo>
                    <a:pt x="2011811" y="4"/>
                  </a:moveTo>
                  <a:cubicBezTo>
                    <a:pt x="2217306" y="120"/>
                    <a:pt x="2420903" y="25925"/>
                    <a:pt x="2617011" y="70590"/>
                  </a:cubicBezTo>
                  <a:lnTo>
                    <a:pt x="2690321" y="88146"/>
                  </a:lnTo>
                  <a:lnTo>
                    <a:pt x="2726863" y="97127"/>
                  </a:lnTo>
                  <a:lnTo>
                    <a:pt x="2762951" y="107375"/>
                  </a:lnTo>
                  <a:lnTo>
                    <a:pt x="2834843" y="128493"/>
                  </a:lnTo>
                  <a:cubicBezTo>
                    <a:pt x="2858788" y="135605"/>
                    <a:pt x="2882632" y="142226"/>
                    <a:pt x="2906574" y="151076"/>
                  </a:cubicBezTo>
                  <a:cubicBezTo>
                    <a:pt x="2954475" y="167852"/>
                    <a:pt x="3002363" y="183813"/>
                    <a:pt x="3049504" y="202124"/>
                  </a:cubicBezTo>
                  <a:lnTo>
                    <a:pt x="3189518" y="260159"/>
                  </a:lnTo>
                  <a:lnTo>
                    <a:pt x="3326048" y="325143"/>
                  </a:lnTo>
                  <a:cubicBezTo>
                    <a:pt x="3370687" y="348464"/>
                    <a:pt x="3414908" y="372485"/>
                    <a:pt x="3459166" y="395936"/>
                  </a:cubicBezTo>
                  <a:cubicBezTo>
                    <a:pt x="3502947" y="420302"/>
                    <a:pt x="3545491" y="447118"/>
                    <a:pt x="3588578" y="472343"/>
                  </a:cubicBezTo>
                  <a:cubicBezTo>
                    <a:pt x="3610346" y="484551"/>
                    <a:pt x="3630797" y="499072"/>
                    <a:pt x="3651864" y="512600"/>
                  </a:cubicBezTo>
                  <a:lnTo>
                    <a:pt x="3714514" y="553499"/>
                  </a:lnTo>
                  <a:cubicBezTo>
                    <a:pt x="3880005" y="664844"/>
                    <a:pt x="4036083" y="788388"/>
                    <a:pt x="4181221" y="922912"/>
                  </a:cubicBezTo>
                  <a:cubicBezTo>
                    <a:pt x="4326221" y="1057515"/>
                    <a:pt x="4461955" y="1202038"/>
                    <a:pt x="4582963" y="1358264"/>
                  </a:cubicBezTo>
                  <a:cubicBezTo>
                    <a:pt x="4614206" y="1396543"/>
                    <a:pt x="4642091" y="1437400"/>
                    <a:pt x="4670721" y="1477644"/>
                  </a:cubicBezTo>
                  <a:cubicBezTo>
                    <a:pt x="4700172" y="1517414"/>
                    <a:pt x="4725864" y="1559538"/>
                    <a:pt x="4752378" y="1601187"/>
                  </a:cubicBezTo>
                  <a:lnTo>
                    <a:pt x="4772168" y="1632456"/>
                  </a:lnTo>
                  <a:lnTo>
                    <a:pt x="4782117" y="1648104"/>
                  </a:lnTo>
                  <a:lnTo>
                    <a:pt x="4791381" y="1664150"/>
                  </a:lnTo>
                  <a:lnTo>
                    <a:pt x="4828190" y="1728379"/>
                  </a:lnTo>
                  <a:cubicBezTo>
                    <a:pt x="4840266" y="1749930"/>
                    <a:pt x="4853470" y="1770740"/>
                    <a:pt x="4864832" y="1792796"/>
                  </a:cubicBezTo>
                  <a:lnTo>
                    <a:pt x="4899201" y="1858342"/>
                  </a:lnTo>
                  <a:cubicBezTo>
                    <a:pt x="4910484" y="1880260"/>
                    <a:pt x="4922532" y="1901920"/>
                    <a:pt x="4933266" y="1924155"/>
                  </a:cubicBezTo>
                  <a:lnTo>
                    <a:pt x="4964403" y="1991384"/>
                  </a:lnTo>
                  <a:cubicBezTo>
                    <a:pt x="4974618" y="2013829"/>
                    <a:pt x="4985323" y="2036171"/>
                    <a:pt x="4995019" y="2058823"/>
                  </a:cubicBezTo>
                  <a:lnTo>
                    <a:pt x="5021999" y="2127723"/>
                  </a:lnTo>
                  <a:lnTo>
                    <a:pt x="5048321" y="2196908"/>
                  </a:lnTo>
                  <a:lnTo>
                    <a:pt x="5070546" y="2267547"/>
                  </a:lnTo>
                  <a:cubicBezTo>
                    <a:pt x="5078054" y="2291004"/>
                    <a:pt x="5085044" y="2314670"/>
                    <a:pt x="5092171" y="2338256"/>
                  </a:cubicBezTo>
                  <a:cubicBezTo>
                    <a:pt x="5098670" y="2362023"/>
                    <a:pt x="5104296" y="2386019"/>
                    <a:pt x="5110305" y="2409886"/>
                  </a:cubicBezTo>
                  <a:cubicBezTo>
                    <a:pt x="5158097" y="2600976"/>
                    <a:pt x="5182068" y="2797044"/>
                    <a:pt x="5186393" y="2992022"/>
                  </a:cubicBezTo>
                  <a:cubicBezTo>
                    <a:pt x="5191013" y="3187195"/>
                    <a:pt x="5175397" y="3380886"/>
                    <a:pt x="5149045" y="3571816"/>
                  </a:cubicBezTo>
                  <a:cubicBezTo>
                    <a:pt x="5141154" y="3619431"/>
                    <a:pt x="5133539" y="3666889"/>
                    <a:pt x="5126572" y="3714520"/>
                  </a:cubicBezTo>
                  <a:cubicBezTo>
                    <a:pt x="5117276" y="3761759"/>
                    <a:pt x="5107793" y="3808831"/>
                    <a:pt x="5099067" y="3856108"/>
                  </a:cubicBezTo>
                  <a:lnTo>
                    <a:pt x="5095699" y="3873868"/>
                  </a:lnTo>
                  <a:lnTo>
                    <a:pt x="5091573" y="3891426"/>
                  </a:lnTo>
                  <a:lnTo>
                    <a:pt x="5083324" y="3926541"/>
                  </a:lnTo>
                  <a:lnTo>
                    <a:pt x="5067256" y="3996889"/>
                  </a:lnTo>
                  <a:cubicBezTo>
                    <a:pt x="5064451" y="4008657"/>
                    <a:pt x="5062244" y="4020353"/>
                    <a:pt x="5059194" y="4032171"/>
                  </a:cubicBezTo>
                  <a:lnTo>
                    <a:pt x="5049522" y="4067833"/>
                  </a:lnTo>
                  <a:lnTo>
                    <a:pt x="5040067" y="4103553"/>
                  </a:lnTo>
                  <a:cubicBezTo>
                    <a:pt x="5036554" y="4115363"/>
                    <a:pt x="5032689" y="4127194"/>
                    <a:pt x="5028960" y="4138946"/>
                  </a:cubicBezTo>
                  <a:cubicBezTo>
                    <a:pt x="4999693" y="4233462"/>
                    <a:pt x="4962869" y="4326764"/>
                    <a:pt x="4917351" y="4417041"/>
                  </a:cubicBezTo>
                  <a:cubicBezTo>
                    <a:pt x="4871860" y="4507209"/>
                    <a:pt x="4817597" y="4594215"/>
                    <a:pt x="4756163" y="4676402"/>
                  </a:cubicBezTo>
                  <a:cubicBezTo>
                    <a:pt x="4632803" y="4840875"/>
                    <a:pt x="4480597" y="4982783"/>
                    <a:pt x="4322493" y="5105604"/>
                  </a:cubicBezTo>
                  <a:cubicBezTo>
                    <a:pt x="4163928" y="5228420"/>
                    <a:pt x="3999564" y="5332640"/>
                    <a:pt x="3840510" y="5429590"/>
                  </a:cubicBezTo>
                  <a:cubicBezTo>
                    <a:pt x="3760954" y="5478172"/>
                    <a:pt x="3682353" y="5524924"/>
                    <a:pt x="3606447" y="5572862"/>
                  </a:cubicBezTo>
                  <a:lnTo>
                    <a:pt x="3488814" y="5647178"/>
                  </a:lnTo>
                  <a:cubicBezTo>
                    <a:pt x="3448270" y="5672597"/>
                    <a:pt x="3407323" y="5697792"/>
                    <a:pt x="3365864" y="5722735"/>
                  </a:cubicBezTo>
                  <a:cubicBezTo>
                    <a:pt x="3200163" y="5822424"/>
                    <a:pt x="3026125" y="5917328"/>
                    <a:pt x="2839486" y="5999120"/>
                  </a:cubicBezTo>
                  <a:cubicBezTo>
                    <a:pt x="2653201" y="6080891"/>
                    <a:pt x="2453560" y="6149344"/>
                    <a:pt x="2242423" y="6192346"/>
                  </a:cubicBezTo>
                  <a:cubicBezTo>
                    <a:pt x="2031719" y="6235463"/>
                    <a:pt x="1808952" y="6251353"/>
                    <a:pt x="1589380" y="6230657"/>
                  </a:cubicBezTo>
                  <a:lnTo>
                    <a:pt x="1548244" y="6226706"/>
                  </a:lnTo>
                  <a:cubicBezTo>
                    <a:pt x="1534528" y="6225117"/>
                    <a:pt x="1520898" y="6223203"/>
                    <a:pt x="1507348" y="6221428"/>
                  </a:cubicBezTo>
                  <a:lnTo>
                    <a:pt x="1466401" y="6215904"/>
                  </a:lnTo>
                  <a:cubicBezTo>
                    <a:pt x="1452772" y="6213991"/>
                    <a:pt x="1439316" y="6211428"/>
                    <a:pt x="1425773" y="6209191"/>
                  </a:cubicBezTo>
                  <a:cubicBezTo>
                    <a:pt x="1398775" y="6204391"/>
                    <a:pt x="1371610" y="6199779"/>
                    <a:pt x="1344960" y="6193681"/>
                  </a:cubicBezTo>
                  <a:cubicBezTo>
                    <a:pt x="1318251" y="6187799"/>
                    <a:pt x="1291260" y="6182538"/>
                    <a:pt x="1265007" y="6175388"/>
                  </a:cubicBezTo>
                  <a:lnTo>
                    <a:pt x="1225415" y="6165243"/>
                  </a:lnTo>
                  <a:cubicBezTo>
                    <a:pt x="1212163" y="6161924"/>
                    <a:pt x="1198939" y="6158496"/>
                    <a:pt x="1186567" y="6154486"/>
                  </a:cubicBezTo>
                  <a:lnTo>
                    <a:pt x="1111158" y="6130918"/>
                  </a:lnTo>
                  <a:lnTo>
                    <a:pt x="1035915" y="6107163"/>
                  </a:lnTo>
                  <a:cubicBezTo>
                    <a:pt x="1010846" y="6099055"/>
                    <a:pt x="986357" y="6088784"/>
                    <a:pt x="961579" y="6079594"/>
                  </a:cubicBezTo>
                  <a:cubicBezTo>
                    <a:pt x="763709" y="6005594"/>
                    <a:pt x="572401" y="5909703"/>
                    <a:pt x="395297" y="5792812"/>
                  </a:cubicBezTo>
                  <a:lnTo>
                    <a:pt x="265239" y="5701511"/>
                  </a:lnTo>
                  <a:cubicBezTo>
                    <a:pt x="254227" y="5694155"/>
                    <a:pt x="244103" y="5685646"/>
                    <a:pt x="233756" y="5677542"/>
                  </a:cubicBezTo>
                  <a:lnTo>
                    <a:pt x="202800" y="5652902"/>
                  </a:lnTo>
                  <a:lnTo>
                    <a:pt x="140918" y="5603515"/>
                  </a:lnTo>
                  <a:cubicBezTo>
                    <a:pt x="130598" y="5595302"/>
                    <a:pt x="120280" y="5587089"/>
                    <a:pt x="110625" y="5578127"/>
                  </a:cubicBezTo>
                  <a:cubicBezTo>
                    <a:pt x="105647" y="5573779"/>
                    <a:pt x="100444" y="5569834"/>
                    <a:pt x="95631" y="5565299"/>
                  </a:cubicBezTo>
                  <a:cubicBezTo>
                    <a:pt x="90955" y="5560684"/>
                    <a:pt x="86505" y="5555666"/>
                    <a:pt x="81966" y="5550973"/>
                  </a:cubicBezTo>
                  <a:lnTo>
                    <a:pt x="27991" y="5493272"/>
                  </a:lnTo>
                  <a:cubicBezTo>
                    <a:pt x="19109" y="5483589"/>
                    <a:pt x="9758" y="5474359"/>
                    <a:pt x="1454" y="5464252"/>
                  </a:cubicBezTo>
                  <a:lnTo>
                    <a:pt x="0" y="5462518"/>
                  </a:lnTo>
                  <a:lnTo>
                    <a:pt x="0" y="4720187"/>
                  </a:lnTo>
                  <a:lnTo>
                    <a:pt x="109684" y="4836724"/>
                  </a:lnTo>
                  <a:cubicBezTo>
                    <a:pt x="173316" y="4897375"/>
                    <a:pt x="239447" y="4954160"/>
                    <a:pt x="306959" y="5007200"/>
                  </a:cubicBezTo>
                  <a:lnTo>
                    <a:pt x="358101" y="5046057"/>
                  </a:lnTo>
                  <a:lnTo>
                    <a:pt x="383328" y="5065684"/>
                  </a:lnTo>
                  <a:cubicBezTo>
                    <a:pt x="391637" y="5072316"/>
                    <a:pt x="400805" y="5077902"/>
                    <a:pt x="409503" y="5083942"/>
                  </a:cubicBezTo>
                  <a:lnTo>
                    <a:pt x="461889" y="5119888"/>
                  </a:lnTo>
                  <a:cubicBezTo>
                    <a:pt x="466184" y="5122893"/>
                    <a:pt x="470616" y="5125820"/>
                    <a:pt x="474883" y="5128933"/>
                  </a:cubicBezTo>
                  <a:cubicBezTo>
                    <a:pt x="478982" y="5132235"/>
                    <a:pt x="482476" y="5136069"/>
                    <a:pt x="486410" y="5139557"/>
                  </a:cubicBezTo>
                  <a:cubicBezTo>
                    <a:pt x="494140" y="5146613"/>
                    <a:pt x="502565" y="5152812"/>
                    <a:pt x="510852" y="5159089"/>
                  </a:cubicBezTo>
                  <a:lnTo>
                    <a:pt x="560653" y="5196893"/>
                  </a:lnTo>
                  <a:lnTo>
                    <a:pt x="585485" y="5215834"/>
                  </a:lnTo>
                  <a:cubicBezTo>
                    <a:pt x="593773" y="5222111"/>
                    <a:pt x="601864" y="5228685"/>
                    <a:pt x="610707" y="5234185"/>
                  </a:cubicBezTo>
                  <a:lnTo>
                    <a:pt x="714768" y="5303103"/>
                  </a:lnTo>
                  <a:cubicBezTo>
                    <a:pt x="856162" y="5390603"/>
                    <a:pt x="1008099" y="5459947"/>
                    <a:pt x="1166634" y="5513322"/>
                  </a:cubicBezTo>
                  <a:cubicBezTo>
                    <a:pt x="1186540" y="5519932"/>
                    <a:pt x="1205774" y="5527751"/>
                    <a:pt x="1225991" y="5533632"/>
                  </a:cubicBezTo>
                  <a:lnTo>
                    <a:pt x="1286680" y="5550705"/>
                  </a:lnTo>
                  <a:lnTo>
                    <a:pt x="1347310" y="5567995"/>
                  </a:lnTo>
                  <a:cubicBezTo>
                    <a:pt x="1357469" y="5571180"/>
                    <a:pt x="1367261" y="5573572"/>
                    <a:pt x="1377002" y="5575719"/>
                  </a:cubicBezTo>
                  <a:lnTo>
                    <a:pt x="1406328" y="5582649"/>
                  </a:lnTo>
                  <a:cubicBezTo>
                    <a:pt x="1425825" y="5587757"/>
                    <a:pt x="1445490" y="5590939"/>
                    <a:pt x="1465060" y="5594909"/>
                  </a:cubicBezTo>
                  <a:cubicBezTo>
                    <a:pt x="1484652" y="5599231"/>
                    <a:pt x="1504324" y="5601952"/>
                    <a:pt x="1523881" y="5605105"/>
                  </a:cubicBezTo>
                  <a:cubicBezTo>
                    <a:pt x="1533660" y="5606682"/>
                    <a:pt x="1543460" y="5608613"/>
                    <a:pt x="1553325" y="5609865"/>
                  </a:cubicBezTo>
                  <a:lnTo>
                    <a:pt x="1582813" y="5613593"/>
                  </a:lnTo>
                  <a:lnTo>
                    <a:pt x="1612301" y="5617321"/>
                  </a:lnTo>
                  <a:lnTo>
                    <a:pt x="1641863" y="5619910"/>
                  </a:lnTo>
                  <a:cubicBezTo>
                    <a:pt x="1799348" y="5633940"/>
                    <a:pt x="1957913" y="5625770"/>
                    <a:pt x="2117508" y="5595156"/>
                  </a:cubicBezTo>
                  <a:cubicBezTo>
                    <a:pt x="2277124" y="5564895"/>
                    <a:pt x="2437004" y="5512449"/>
                    <a:pt x="2597368" y="5447381"/>
                  </a:cubicBezTo>
                  <a:cubicBezTo>
                    <a:pt x="2757791" y="5382096"/>
                    <a:pt x="2918855" y="5304464"/>
                    <a:pt x="3082968" y="5223245"/>
                  </a:cubicBezTo>
                  <a:lnTo>
                    <a:pt x="3334855" y="5097383"/>
                  </a:lnTo>
                  <a:cubicBezTo>
                    <a:pt x="3423528" y="5054142"/>
                    <a:pt x="3511773" y="5013798"/>
                    <a:pt x="3599509" y="4976217"/>
                  </a:cubicBezTo>
                  <a:cubicBezTo>
                    <a:pt x="3774960" y="4900701"/>
                    <a:pt x="3948276" y="4837481"/>
                    <a:pt x="4112002" y="4766359"/>
                  </a:cubicBezTo>
                  <a:cubicBezTo>
                    <a:pt x="4193972" y="4730827"/>
                    <a:pt x="4273429" y="4692997"/>
                    <a:pt x="4348983" y="4649833"/>
                  </a:cubicBezTo>
                  <a:cubicBezTo>
                    <a:pt x="4424508" y="4606778"/>
                    <a:pt x="4496050" y="4558250"/>
                    <a:pt x="4560505" y="4501564"/>
                  </a:cubicBezTo>
                  <a:cubicBezTo>
                    <a:pt x="4625198" y="4445289"/>
                    <a:pt x="4682991" y="4381021"/>
                    <a:pt x="4731963" y="4309870"/>
                  </a:cubicBezTo>
                  <a:cubicBezTo>
                    <a:pt x="4781043" y="4238747"/>
                    <a:pt x="4821275" y="4160848"/>
                    <a:pt x="4852344" y="4078640"/>
                  </a:cubicBezTo>
                  <a:lnTo>
                    <a:pt x="4863972" y="4047790"/>
                  </a:lnTo>
                  <a:lnTo>
                    <a:pt x="4874144" y="4016320"/>
                  </a:lnTo>
                  <a:lnTo>
                    <a:pt x="4884127" y="3984682"/>
                  </a:lnTo>
                  <a:cubicBezTo>
                    <a:pt x="4887242" y="3973925"/>
                    <a:pt x="4889981" y="3962835"/>
                    <a:pt x="4892800" y="3951883"/>
                  </a:cubicBezTo>
                  <a:lnTo>
                    <a:pt x="4909526" y="3886001"/>
                  </a:lnTo>
                  <a:lnTo>
                    <a:pt x="4917687" y="3852948"/>
                  </a:lnTo>
                  <a:lnTo>
                    <a:pt x="4921768" y="3836422"/>
                  </a:lnTo>
                  <a:lnTo>
                    <a:pt x="4924845" y="3819742"/>
                  </a:lnTo>
                  <a:cubicBezTo>
                    <a:pt x="4933092" y="3775120"/>
                    <a:pt x="4941231" y="3730469"/>
                    <a:pt x="4948230" y="3685744"/>
                  </a:cubicBezTo>
                  <a:cubicBezTo>
                    <a:pt x="4953579" y="3640694"/>
                    <a:pt x="4958249" y="3595577"/>
                    <a:pt x="4962782" y="3550540"/>
                  </a:cubicBezTo>
                  <a:cubicBezTo>
                    <a:pt x="4976580" y="3369692"/>
                    <a:pt x="4965812" y="3187942"/>
                    <a:pt x="4939468" y="3010249"/>
                  </a:cubicBezTo>
                  <a:cubicBezTo>
                    <a:pt x="4912965" y="2832281"/>
                    <a:pt x="4870237" y="2658196"/>
                    <a:pt x="4816901" y="2488224"/>
                  </a:cubicBezTo>
                  <a:cubicBezTo>
                    <a:pt x="4810197" y="2466954"/>
                    <a:pt x="4803984" y="2445582"/>
                    <a:pt x="4797005" y="2424470"/>
                  </a:cubicBezTo>
                  <a:cubicBezTo>
                    <a:pt x="4789399" y="2403537"/>
                    <a:pt x="4781686" y="2382574"/>
                    <a:pt x="4774433" y="2361620"/>
                  </a:cubicBezTo>
                  <a:lnTo>
                    <a:pt x="4752459" y="2298700"/>
                  </a:lnTo>
                  <a:lnTo>
                    <a:pt x="4728083" y="2236526"/>
                  </a:lnTo>
                  <a:cubicBezTo>
                    <a:pt x="4719957" y="2215802"/>
                    <a:pt x="4712352" y="2194869"/>
                    <a:pt x="4704471" y="2174095"/>
                  </a:cubicBezTo>
                  <a:lnTo>
                    <a:pt x="4678399" y="2112626"/>
                  </a:lnTo>
                  <a:lnTo>
                    <a:pt x="4652601" y="2050999"/>
                  </a:lnTo>
                  <a:cubicBezTo>
                    <a:pt x="4643711" y="2030533"/>
                    <a:pt x="4633616" y="2010672"/>
                    <a:pt x="4624205" y="1990415"/>
                  </a:cubicBezTo>
                  <a:lnTo>
                    <a:pt x="4595398" y="1930069"/>
                  </a:lnTo>
                  <a:cubicBezTo>
                    <a:pt x="4585714" y="1909969"/>
                    <a:pt x="4574413" y="1890713"/>
                    <a:pt x="4563827" y="1870952"/>
                  </a:cubicBezTo>
                  <a:lnTo>
                    <a:pt x="4531433" y="1812311"/>
                  </a:lnTo>
                  <a:lnTo>
                    <a:pt x="4523315" y="1797616"/>
                  </a:lnTo>
                  <a:lnTo>
                    <a:pt x="4514482" y="1783425"/>
                  </a:lnTo>
                  <a:lnTo>
                    <a:pt x="4496845" y="1754936"/>
                  </a:lnTo>
                  <a:lnTo>
                    <a:pt x="4461463" y="1697929"/>
                  </a:lnTo>
                  <a:lnTo>
                    <a:pt x="4452660" y="1683629"/>
                  </a:lnTo>
                  <a:lnTo>
                    <a:pt x="4443141" y="1669834"/>
                  </a:lnTo>
                  <a:lnTo>
                    <a:pt x="4424241" y="1642166"/>
                  </a:lnTo>
                  <a:cubicBezTo>
                    <a:pt x="4399005" y="1605265"/>
                    <a:pt x="4374512" y="1567751"/>
                    <a:pt x="4346886" y="1532412"/>
                  </a:cubicBezTo>
                  <a:cubicBezTo>
                    <a:pt x="4240477" y="1388328"/>
                    <a:pt x="4120362" y="1253437"/>
                    <a:pt x="3985497" y="1134649"/>
                  </a:cubicBezTo>
                  <a:cubicBezTo>
                    <a:pt x="3850799" y="1015675"/>
                    <a:pt x="3702920" y="911715"/>
                    <a:pt x="3545665" y="825877"/>
                  </a:cubicBezTo>
                  <a:lnTo>
                    <a:pt x="3486190" y="794756"/>
                  </a:lnTo>
                  <a:cubicBezTo>
                    <a:pt x="3466181" y="784640"/>
                    <a:pt x="3446893" y="773560"/>
                    <a:pt x="3426182" y="764765"/>
                  </a:cubicBezTo>
                  <a:lnTo>
                    <a:pt x="3365044" y="737255"/>
                  </a:lnTo>
                  <a:lnTo>
                    <a:pt x="3334529" y="723514"/>
                  </a:lnTo>
                  <a:cubicBezTo>
                    <a:pt x="3324394" y="718943"/>
                    <a:pt x="3314287" y="714265"/>
                    <a:pt x="3303733" y="710395"/>
                  </a:cubicBezTo>
                  <a:cubicBezTo>
                    <a:pt x="3262013" y="694346"/>
                    <a:pt x="3220711" y="677599"/>
                    <a:pt x="3179033" y="662259"/>
                  </a:cubicBezTo>
                  <a:lnTo>
                    <a:pt x="3052408" y="620447"/>
                  </a:lnTo>
                  <a:lnTo>
                    <a:pt x="2924325" y="584505"/>
                  </a:lnTo>
                  <a:cubicBezTo>
                    <a:pt x="2903106" y="578471"/>
                    <a:pt x="2881119" y="574434"/>
                    <a:pt x="2859667" y="569266"/>
                  </a:cubicBezTo>
                  <a:lnTo>
                    <a:pt x="2795226" y="554085"/>
                  </a:lnTo>
                  <a:cubicBezTo>
                    <a:pt x="2774078" y="548652"/>
                    <a:pt x="2751709" y="544744"/>
                    <a:pt x="2729702" y="540354"/>
                  </a:cubicBezTo>
                  <a:lnTo>
                    <a:pt x="2663758" y="527322"/>
                  </a:lnTo>
                  <a:lnTo>
                    <a:pt x="2630927" y="520495"/>
                  </a:lnTo>
                  <a:lnTo>
                    <a:pt x="2597965" y="515024"/>
                  </a:lnTo>
                  <a:cubicBezTo>
                    <a:pt x="2575970" y="511449"/>
                    <a:pt x="2554112" y="507795"/>
                    <a:pt x="2532205" y="503895"/>
                  </a:cubicBezTo>
                  <a:cubicBezTo>
                    <a:pt x="2357016" y="475037"/>
                    <a:pt x="2182954" y="456682"/>
                    <a:pt x="2010064" y="452552"/>
                  </a:cubicBezTo>
                  <a:cubicBezTo>
                    <a:pt x="1837255" y="448558"/>
                    <a:pt x="1665388" y="457916"/>
                    <a:pt x="1494552" y="485055"/>
                  </a:cubicBezTo>
                  <a:cubicBezTo>
                    <a:pt x="1452133" y="492816"/>
                    <a:pt x="1409569" y="501117"/>
                    <a:pt x="1366896" y="509389"/>
                  </a:cubicBezTo>
                  <a:cubicBezTo>
                    <a:pt x="1324862" y="520035"/>
                    <a:pt x="1282333" y="529505"/>
                    <a:pt x="1240175" y="541045"/>
                  </a:cubicBezTo>
                  <a:lnTo>
                    <a:pt x="1177438" y="560170"/>
                  </a:lnTo>
                  <a:lnTo>
                    <a:pt x="1145987" y="569826"/>
                  </a:lnTo>
                  <a:lnTo>
                    <a:pt x="1130315" y="574669"/>
                  </a:lnTo>
                  <a:lnTo>
                    <a:pt x="1114873" y="580384"/>
                  </a:lnTo>
                  <a:lnTo>
                    <a:pt x="1052839" y="602943"/>
                  </a:lnTo>
                  <a:cubicBezTo>
                    <a:pt x="1032151" y="610499"/>
                    <a:pt x="1011255" y="617535"/>
                    <a:pt x="991135" y="626866"/>
                  </a:cubicBezTo>
                  <a:lnTo>
                    <a:pt x="930179" y="653191"/>
                  </a:lnTo>
                  <a:cubicBezTo>
                    <a:pt x="909850" y="662002"/>
                    <a:pt x="889443" y="670676"/>
                    <a:pt x="869768" y="680937"/>
                  </a:cubicBezTo>
                  <a:lnTo>
                    <a:pt x="810085" y="710734"/>
                  </a:lnTo>
                  <a:cubicBezTo>
                    <a:pt x="790331" y="720859"/>
                    <a:pt x="770124" y="730514"/>
                    <a:pt x="751220" y="741794"/>
                  </a:cubicBezTo>
                  <a:cubicBezTo>
                    <a:pt x="673929" y="784955"/>
                    <a:pt x="598827" y="830326"/>
                    <a:pt x="532669" y="881688"/>
                  </a:cubicBezTo>
                  <a:cubicBezTo>
                    <a:pt x="464226" y="931625"/>
                    <a:pt x="406969" y="988270"/>
                    <a:pt x="354185" y="1050286"/>
                  </a:cubicBezTo>
                  <a:lnTo>
                    <a:pt x="315980" y="1098125"/>
                  </a:lnTo>
                  <a:lnTo>
                    <a:pt x="280345" y="1149782"/>
                  </a:lnTo>
                  <a:cubicBezTo>
                    <a:pt x="268144" y="1166335"/>
                    <a:pt x="257438" y="1185955"/>
                    <a:pt x="245890" y="1203959"/>
                  </a:cubicBezTo>
                  <a:cubicBezTo>
                    <a:pt x="234552" y="1222481"/>
                    <a:pt x="223171" y="1240298"/>
                    <a:pt x="212162" y="1260184"/>
                  </a:cubicBezTo>
                  <a:cubicBezTo>
                    <a:pt x="168299" y="1337574"/>
                    <a:pt x="125055" y="1419360"/>
                    <a:pt x="80716" y="1502476"/>
                  </a:cubicBezTo>
                  <a:lnTo>
                    <a:pt x="0" y="1648841"/>
                  </a:lnTo>
                  <a:lnTo>
                    <a:pt x="0" y="954863"/>
                  </a:lnTo>
                  <a:lnTo>
                    <a:pt x="43491" y="895513"/>
                  </a:lnTo>
                  <a:cubicBezTo>
                    <a:pt x="59888" y="874984"/>
                    <a:pt x="77014" y="854766"/>
                    <a:pt x="93923" y="834489"/>
                  </a:cubicBezTo>
                  <a:cubicBezTo>
                    <a:pt x="163245" y="754880"/>
                    <a:pt x="240806" y="679565"/>
                    <a:pt x="323465" y="617671"/>
                  </a:cubicBezTo>
                  <a:cubicBezTo>
                    <a:pt x="405002" y="553042"/>
                    <a:pt x="490132" y="499230"/>
                    <a:pt x="574777" y="446794"/>
                  </a:cubicBezTo>
                  <a:cubicBezTo>
                    <a:pt x="595733" y="433050"/>
                    <a:pt x="617442" y="421248"/>
                    <a:pt x="638943" y="408925"/>
                  </a:cubicBezTo>
                  <a:lnTo>
                    <a:pt x="703505" y="371742"/>
                  </a:lnTo>
                  <a:cubicBezTo>
                    <a:pt x="724798" y="358900"/>
                    <a:pt x="747120" y="347842"/>
                    <a:pt x="769262" y="336154"/>
                  </a:cubicBezTo>
                  <a:lnTo>
                    <a:pt x="835552" y="301173"/>
                  </a:lnTo>
                  <a:cubicBezTo>
                    <a:pt x="857427" y="289183"/>
                    <a:pt x="880470" y="278896"/>
                    <a:pt x="902979" y="268004"/>
                  </a:cubicBezTo>
                  <a:lnTo>
                    <a:pt x="971127" y="235607"/>
                  </a:lnTo>
                  <a:lnTo>
                    <a:pt x="988238" y="227556"/>
                  </a:lnTo>
                  <a:lnTo>
                    <a:pt x="1005744" y="220191"/>
                  </a:lnTo>
                  <a:lnTo>
                    <a:pt x="1040729" y="205569"/>
                  </a:lnTo>
                  <a:lnTo>
                    <a:pt x="1110835" y="176248"/>
                  </a:lnTo>
                  <a:cubicBezTo>
                    <a:pt x="1157999" y="157703"/>
                    <a:pt x="1206322" y="141323"/>
                    <a:pt x="1254256" y="123796"/>
                  </a:cubicBezTo>
                  <a:cubicBezTo>
                    <a:pt x="1302938" y="108671"/>
                    <a:pt x="1352074" y="94017"/>
                    <a:pt x="1401310" y="79852"/>
                  </a:cubicBezTo>
                  <a:cubicBezTo>
                    <a:pt x="1599497" y="26774"/>
                    <a:pt x="1806373" y="-329"/>
                    <a:pt x="2011811" y="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06AC5DCC-C3CC-4FD5-AD4E-13A1BE5F7F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297400"/>
              <a:ext cx="5215811" cy="6107388"/>
            </a:xfrm>
            <a:custGeom>
              <a:avLst/>
              <a:gdLst>
                <a:gd name="connsiteX0" fmla="*/ 1869139 w 5215811"/>
                <a:gd name="connsiteY0" fmla="*/ 9 h 6107388"/>
                <a:gd name="connsiteX1" fmla="*/ 2791149 w 5215811"/>
                <a:gd name="connsiteY1" fmla="*/ 130229 h 6107388"/>
                <a:gd name="connsiteX2" fmla="*/ 4760307 w 5215811"/>
                <a:gd name="connsiteY2" fmla="*/ 1608408 h 6107388"/>
                <a:gd name="connsiteX3" fmla="*/ 5108574 w 5215811"/>
                <a:gd name="connsiteY3" fmla="*/ 4050383 h 6107388"/>
                <a:gd name="connsiteX4" fmla="*/ 3434916 w 5215811"/>
                <a:gd name="connsiteY4" fmla="*/ 5503134 h 6107388"/>
                <a:gd name="connsiteX5" fmla="*/ 1137841 w 5215811"/>
                <a:gd name="connsiteY5" fmla="*/ 6033968 h 6107388"/>
                <a:gd name="connsiteX6" fmla="*/ 217555 w 5215811"/>
                <a:gd name="connsiteY6" fmla="*/ 5598945 h 6107388"/>
                <a:gd name="connsiteX7" fmla="*/ 0 w 5215811"/>
                <a:gd name="connsiteY7" fmla="*/ 5419622 h 6107388"/>
                <a:gd name="connsiteX8" fmla="*/ 0 w 5215811"/>
                <a:gd name="connsiteY8" fmla="*/ 4571683 h 6107388"/>
                <a:gd name="connsiteX9" fmla="*/ 18056 w 5215811"/>
                <a:gd name="connsiteY9" fmla="*/ 4599282 h 6107388"/>
                <a:gd name="connsiteX10" fmla="*/ 358324 w 5215811"/>
                <a:gd name="connsiteY10" fmla="*/ 4988154 h 6107388"/>
                <a:gd name="connsiteX11" fmla="*/ 1282741 w 5215811"/>
                <a:gd name="connsiteY11" fmla="*/ 5493193 h 6107388"/>
                <a:gd name="connsiteX12" fmla="*/ 2172794 w 5215811"/>
                <a:gd name="connsiteY12" fmla="*/ 5470630 h 6107388"/>
                <a:gd name="connsiteX13" fmla="*/ 3146893 w 5215811"/>
                <a:gd name="connsiteY13" fmla="*/ 5016296 h 6107388"/>
                <a:gd name="connsiteX14" fmla="*/ 3574114 w 5215811"/>
                <a:gd name="connsiteY14" fmla="*/ 4791124 h 6107388"/>
                <a:gd name="connsiteX15" fmla="*/ 4244948 w 5215811"/>
                <a:gd name="connsiteY15" fmla="*/ 4392664 h 6107388"/>
                <a:gd name="connsiteX16" fmla="*/ 4556385 w 5215811"/>
                <a:gd name="connsiteY16" fmla="*/ 3902656 h 6107388"/>
                <a:gd name="connsiteX17" fmla="*/ 4616354 w 5215811"/>
                <a:gd name="connsiteY17" fmla="*/ 2851680 h 6107388"/>
                <a:gd name="connsiteX18" fmla="*/ 4269266 w 5215811"/>
                <a:gd name="connsiteY18" fmla="*/ 1889625 h 6107388"/>
                <a:gd name="connsiteX19" fmla="*/ 2645976 w 5215811"/>
                <a:gd name="connsiteY19" fmla="*/ 671162 h 6107388"/>
                <a:gd name="connsiteX20" fmla="*/ 1648930 w 5215811"/>
                <a:gd name="connsiteY20" fmla="*/ 573017 h 6107388"/>
                <a:gd name="connsiteX21" fmla="*/ 771768 w 5215811"/>
                <a:gd name="connsiteY21" fmla="*/ 865882 h 6107388"/>
                <a:gd name="connsiteX22" fmla="*/ 433617 w 5215811"/>
                <a:gd name="connsiteY22" fmla="*/ 1119441 h 6107388"/>
                <a:gd name="connsiteX23" fmla="*/ 200571 w 5215811"/>
                <a:gd name="connsiteY23" fmla="*/ 1486480 h 6107388"/>
                <a:gd name="connsiteX24" fmla="*/ 47077 w 5215811"/>
                <a:gd name="connsiteY24" fmla="*/ 1753604 h 6107388"/>
                <a:gd name="connsiteX25" fmla="*/ 0 w 5215811"/>
                <a:gd name="connsiteY25" fmla="*/ 1831655 h 6107388"/>
                <a:gd name="connsiteX26" fmla="*/ 0 w 5215811"/>
                <a:gd name="connsiteY26" fmla="*/ 751112 h 6107388"/>
                <a:gd name="connsiteX27" fmla="*/ 6994 w 5215811"/>
                <a:gd name="connsiteY27" fmla="*/ 742614 h 6107388"/>
                <a:gd name="connsiteX28" fmla="*/ 484047 w 5215811"/>
                <a:gd name="connsiteY28" fmla="*/ 378777 h 6107388"/>
                <a:gd name="connsiteX29" fmla="*/ 1869139 w 5215811"/>
                <a:gd name="connsiteY29" fmla="*/ 9 h 61073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5811" h="6107388">
                  <a:moveTo>
                    <a:pt x="1869139" y="9"/>
                  </a:moveTo>
                  <a:cubicBezTo>
                    <a:pt x="2160924" y="-706"/>
                    <a:pt x="2465752" y="43039"/>
                    <a:pt x="2791149" y="130229"/>
                  </a:cubicBezTo>
                  <a:cubicBezTo>
                    <a:pt x="3651198" y="360678"/>
                    <a:pt x="4339884" y="907924"/>
                    <a:pt x="4760307" y="1608408"/>
                  </a:cubicBezTo>
                  <a:cubicBezTo>
                    <a:pt x="5188180" y="2321320"/>
                    <a:pt x="5338357" y="3192822"/>
                    <a:pt x="5108574" y="4050383"/>
                  </a:cubicBezTo>
                  <a:cubicBezTo>
                    <a:pt x="4880820" y="4900373"/>
                    <a:pt x="4152841" y="5098512"/>
                    <a:pt x="3434916" y="5503134"/>
                  </a:cubicBezTo>
                  <a:cubicBezTo>
                    <a:pt x="2717099" y="5907783"/>
                    <a:pt x="2005568" y="6266474"/>
                    <a:pt x="1137841" y="6033968"/>
                  </a:cubicBezTo>
                  <a:cubicBezTo>
                    <a:pt x="783079" y="5938910"/>
                    <a:pt x="479573" y="5790114"/>
                    <a:pt x="217555" y="5598945"/>
                  </a:cubicBezTo>
                  <a:lnTo>
                    <a:pt x="0" y="5419622"/>
                  </a:lnTo>
                  <a:lnTo>
                    <a:pt x="0" y="4571683"/>
                  </a:lnTo>
                  <a:lnTo>
                    <a:pt x="18056" y="4599282"/>
                  </a:lnTo>
                  <a:cubicBezTo>
                    <a:pt x="124071" y="4746782"/>
                    <a:pt x="237002" y="4875718"/>
                    <a:pt x="358324" y="4988154"/>
                  </a:cubicBezTo>
                  <a:cubicBezTo>
                    <a:pt x="621323" y="5231809"/>
                    <a:pt x="923667" y="5396979"/>
                    <a:pt x="1282741" y="5493193"/>
                  </a:cubicBezTo>
                  <a:cubicBezTo>
                    <a:pt x="1573894" y="5571207"/>
                    <a:pt x="1856732" y="5563878"/>
                    <a:pt x="2172794" y="5470630"/>
                  </a:cubicBezTo>
                  <a:cubicBezTo>
                    <a:pt x="2498985" y="5374183"/>
                    <a:pt x="2832844" y="5193315"/>
                    <a:pt x="3146893" y="5016296"/>
                  </a:cubicBezTo>
                  <a:cubicBezTo>
                    <a:pt x="3293538" y="4933641"/>
                    <a:pt x="3436182" y="4861160"/>
                    <a:pt x="3574114" y="4791124"/>
                  </a:cubicBezTo>
                  <a:cubicBezTo>
                    <a:pt x="3841238" y="4655550"/>
                    <a:pt x="4071901" y="4538375"/>
                    <a:pt x="4244948" y="4392664"/>
                  </a:cubicBezTo>
                  <a:cubicBezTo>
                    <a:pt x="4405844" y="4257259"/>
                    <a:pt x="4501845" y="4106204"/>
                    <a:pt x="4556385" y="3902656"/>
                  </a:cubicBezTo>
                  <a:cubicBezTo>
                    <a:pt x="4649063" y="3556776"/>
                    <a:pt x="4669271" y="3203187"/>
                    <a:pt x="4616354" y="2851680"/>
                  </a:cubicBezTo>
                  <a:cubicBezTo>
                    <a:pt x="4565198" y="2511774"/>
                    <a:pt x="4448474" y="2188147"/>
                    <a:pt x="4269266" y="1889625"/>
                  </a:cubicBezTo>
                  <a:cubicBezTo>
                    <a:pt x="3907781" y="1287586"/>
                    <a:pt x="3331245" y="854780"/>
                    <a:pt x="2645976" y="671162"/>
                  </a:cubicBezTo>
                  <a:cubicBezTo>
                    <a:pt x="2278249" y="572630"/>
                    <a:pt x="1952074" y="540526"/>
                    <a:pt x="1648930" y="573017"/>
                  </a:cubicBezTo>
                  <a:cubicBezTo>
                    <a:pt x="1351746" y="604901"/>
                    <a:pt x="1064785" y="700731"/>
                    <a:pt x="771768" y="865882"/>
                  </a:cubicBezTo>
                  <a:cubicBezTo>
                    <a:pt x="568061" y="980657"/>
                    <a:pt x="486465" y="1058486"/>
                    <a:pt x="433617" y="1119441"/>
                  </a:cubicBezTo>
                  <a:cubicBezTo>
                    <a:pt x="358307" y="1206256"/>
                    <a:pt x="292149" y="1323808"/>
                    <a:pt x="200571" y="1486480"/>
                  </a:cubicBezTo>
                  <a:cubicBezTo>
                    <a:pt x="156644" y="1564432"/>
                    <a:pt x="106654" y="1653214"/>
                    <a:pt x="47077" y="1753604"/>
                  </a:cubicBezTo>
                  <a:lnTo>
                    <a:pt x="0" y="1831655"/>
                  </a:lnTo>
                  <a:lnTo>
                    <a:pt x="0" y="751112"/>
                  </a:lnTo>
                  <a:lnTo>
                    <a:pt x="6994" y="742614"/>
                  </a:lnTo>
                  <a:cubicBezTo>
                    <a:pt x="117721" y="617683"/>
                    <a:pt x="259696" y="505222"/>
                    <a:pt x="484047" y="378777"/>
                  </a:cubicBezTo>
                  <a:cubicBezTo>
                    <a:pt x="932751" y="125890"/>
                    <a:pt x="1382831" y="1200"/>
                    <a:pt x="1869139" y="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3" name="Freeform: Shape 17">
              <a:extLst>
                <a:ext uri="{FF2B5EF4-FFF2-40B4-BE49-F238E27FC236}">
                  <a16:creationId xmlns:a16="http://schemas.microsoft.com/office/drawing/2014/main" id="{4BBCC2F4-EFA7-4AF4-B538-AC4022D90F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1" y="319367"/>
              <a:ext cx="5217956" cy="6100079"/>
            </a:xfrm>
            <a:custGeom>
              <a:avLst/>
              <a:gdLst>
                <a:gd name="connsiteX0" fmla="*/ 1951393 w 5217956"/>
                <a:gd name="connsiteY0" fmla="*/ 82 h 6100079"/>
                <a:gd name="connsiteX1" fmla="*/ 2855177 w 5217956"/>
                <a:gd name="connsiteY1" fmla="*/ 125419 h 6100079"/>
                <a:gd name="connsiteX2" fmla="*/ 4779341 w 5217956"/>
                <a:gd name="connsiteY2" fmla="*/ 1591542 h 6100079"/>
                <a:gd name="connsiteX3" fmla="*/ 5108573 w 5217956"/>
                <a:gd name="connsiteY3" fmla="*/ 4028416 h 6100079"/>
                <a:gd name="connsiteX4" fmla="*/ 3459358 w 5217956"/>
                <a:gd name="connsiteY4" fmla="*/ 5487716 h 6100079"/>
                <a:gd name="connsiteX5" fmla="*/ 1203274 w 5217956"/>
                <a:gd name="connsiteY5" fmla="*/ 6029534 h 6100079"/>
                <a:gd name="connsiteX6" fmla="*/ 59920 w 5217956"/>
                <a:gd name="connsiteY6" fmla="*/ 5396467 h 6100079"/>
                <a:gd name="connsiteX7" fmla="*/ 0 w 5217956"/>
                <a:gd name="connsiteY7" fmla="*/ 5333382 h 6100079"/>
                <a:gd name="connsiteX8" fmla="*/ 0 w 5217956"/>
                <a:gd name="connsiteY8" fmla="*/ 4205833 h 6100079"/>
                <a:gd name="connsiteX9" fmla="*/ 58036 w 5217956"/>
                <a:gd name="connsiteY9" fmla="*/ 4310048 h 6100079"/>
                <a:gd name="connsiteX10" fmla="*/ 520779 w 5217956"/>
                <a:gd name="connsiteY10" fmla="*/ 4907591 h 6100079"/>
                <a:gd name="connsiteX11" fmla="*/ 1377154 w 5217956"/>
                <a:gd name="connsiteY11" fmla="*/ 5380604 h 6100079"/>
                <a:gd name="connsiteX12" fmla="*/ 3123340 w 5217956"/>
                <a:gd name="connsiteY12" fmla="*/ 4905715 h 6100079"/>
                <a:gd name="connsiteX13" fmla="*/ 3547863 w 5217956"/>
                <a:gd name="connsiteY13" fmla="*/ 4676342 h 6100079"/>
                <a:gd name="connsiteX14" fmla="*/ 4186753 w 5217956"/>
                <a:gd name="connsiteY14" fmla="*/ 4289376 h 6100079"/>
                <a:gd name="connsiteX15" fmla="*/ 4459565 w 5217956"/>
                <a:gd name="connsiteY15" fmla="*/ 3854399 h 6100079"/>
                <a:gd name="connsiteX16" fmla="*/ 4521015 w 5217956"/>
                <a:gd name="connsiteY16" fmla="*/ 2849377 h 6100079"/>
                <a:gd name="connsiteX17" fmla="*/ 4199723 w 5217956"/>
                <a:gd name="connsiteY17" fmla="*/ 1931213 h 6100079"/>
                <a:gd name="connsiteX18" fmla="*/ 2681217 w 5217956"/>
                <a:gd name="connsiteY18" fmla="*/ 774211 h 6100079"/>
                <a:gd name="connsiteX19" fmla="*/ 926547 w 5217956"/>
                <a:gd name="connsiteY19" fmla="*/ 967112 h 6100079"/>
                <a:gd name="connsiteX20" fmla="*/ 622677 w 5217956"/>
                <a:gd name="connsiteY20" fmla="*/ 1197863 h 6100079"/>
                <a:gd name="connsiteX21" fmla="*/ 404892 w 5217956"/>
                <a:gd name="connsiteY21" fmla="*/ 1547314 h 6100079"/>
                <a:gd name="connsiteX22" fmla="*/ 40135 w 5217956"/>
                <a:gd name="connsiteY22" fmla="*/ 2159090 h 6100079"/>
                <a:gd name="connsiteX23" fmla="*/ 0 w 5217956"/>
                <a:gd name="connsiteY23" fmla="*/ 2219367 h 6100079"/>
                <a:gd name="connsiteX24" fmla="*/ 0 w 5217956"/>
                <a:gd name="connsiteY24" fmla="*/ 915659 h 6100079"/>
                <a:gd name="connsiteX25" fmla="*/ 58609 w 5217956"/>
                <a:gd name="connsiteY25" fmla="*/ 828051 h 6100079"/>
                <a:gd name="connsiteX26" fmla="*/ 590688 w 5217956"/>
                <a:gd name="connsiteY26" fmla="*/ 385385 h 6100079"/>
                <a:gd name="connsiteX27" fmla="*/ 1951393 w 5217956"/>
                <a:gd name="connsiteY27"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5217956" h="6100079">
                  <a:moveTo>
                    <a:pt x="1951393" y="82"/>
                  </a:moveTo>
                  <a:cubicBezTo>
                    <a:pt x="2237631" y="-2119"/>
                    <a:pt x="2536431" y="40011"/>
                    <a:pt x="2855177" y="125419"/>
                  </a:cubicBezTo>
                  <a:cubicBezTo>
                    <a:pt x="3697704" y="351173"/>
                    <a:pt x="4370490" y="894159"/>
                    <a:pt x="4779341" y="1591542"/>
                  </a:cubicBezTo>
                  <a:cubicBezTo>
                    <a:pt x="5195534" y="2301324"/>
                    <a:pt x="5338356" y="3170855"/>
                    <a:pt x="5108573" y="4028416"/>
                  </a:cubicBezTo>
                  <a:cubicBezTo>
                    <a:pt x="4880819" y="4878406"/>
                    <a:pt x="4165603" y="5079965"/>
                    <a:pt x="3459358" y="5487716"/>
                  </a:cubicBezTo>
                  <a:cubicBezTo>
                    <a:pt x="2753114" y="5895466"/>
                    <a:pt x="2053264" y="6257288"/>
                    <a:pt x="1203274" y="6029534"/>
                  </a:cubicBezTo>
                  <a:cubicBezTo>
                    <a:pt x="739884" y="5905369"/>
                    <a:pt x="366399" y="5685345"/>
                    <a:pt x="59920" y="5396467"/>
                  </a:cubicBezTo>
                  <a:lnTo>
                    <a:pt x="0" y="5333382"/>
                  </a:lnTo>
                  <a:lnTo>
                    <a:pt x="0" y="4205833"/>
                  </a:lnTo>
                  <a:lnTo>
                    <a:pt x="58036" y="4310048"/>
                  </a:lnTo>
                  <a:cubicBezTo>
                    <a:pt x="197935" y="4550245"/>
                    <a:pt x="350594" y="4747142"/>
                    <a:pt x="520779" y="4907591"/>
                  </a:cubicBezTo>
                  <a:cubicBezTo>
                    <a:pt x="763600" y="5136565"/>
                    <a:pt x="1043821" y="5291288"/>
                    <a:pt x="1377154" y="5380604"/>
                  </a:cubicBezTo>
                  <a:cubicBezTo>
                    <a:pt x="1963029" y="5537589"/>
                    <a:pt x="2470519" y="5282804"/>
                    <a:pt x="3123340" y="4905715"/>
                  </a:cubicBezTo>
                  <a:cubicBezTo>
                    <a:pt x="3269800" y="4821157"/>
                    <a:pt x="3411134" y="4747512"/>
                    <a:pt x="3547863" y="4676342"/>
                  </a:cubicBezTo>
                  <a:cubicBezTo>
                    <a:pt x="3804497" y="4542710"/>
                    <a:pt x="4026085" y="4427393"/>
                    <a:pt x="4186753" y="4289376"/>
                  </a:cubicBezTo>
                  <a:cubicBezTo>
                    <a:pt x="4329009" y="4167293"/>
                    <a:pt x="4410589" y="4037181"/>
                    <a:pt x="4459565" y="3854399"/>
                  </a:cubicBezTo>
                  <a:cubicBezTo>
                    <a:pt x="4548302" y="3523229"/>
                    <a:pt x="4568981" y="3185183"/>
                    <a:pt x="4521015" y="2849377"/>
                  </a:cubicBezTo>
                  <a:cubicBezTo>
                    <a:pt x="4474709" y="2524680"/>
                    <a:pt x="4366564" y="2215756"/>
                    <a:pt x="4199723" y="1931213"/>
                  </a:cubicBezTo>
                  <a:cubicBezTo>
                    <a:pt x="3863270" y="1357325"/>
                    <a:pt x="3323982" y="946439"/>
                    <a:pt x="2681217" y="774211"/>
                  </a:cubicBezTo>
                  <a:cubicBezTo>
                    <a:pt x="2001139" y="591984"/>
                    <a:pt x="1476322" y="649699"/>
                    <a:pt x="926547" y="967112"/>
                  </a:cubicBezTo>
                  <a:cubicBezTo>
                    <a:pt x="740730" y="1074393"/>
                    <a:pt x="668642" y="1143989"/>
                    <a:pt x="622677" y="1197863"/>
                  </a:cubicBezTo>
                  <a:cubicBezTo>
                    <a:pt x="555599" y="1276450"/>
                    <a:pt x="492360" y="1390031"/>
                    <a:pt x="404892" y="1547314"/>
                  </a:cubicBezTo>
                  <a:cubicBezTo>
                    <a:pt x="317047" y="1705133"/>
                    <a:pt x="204816" y="1906756"/>
                    <a:pt x="40135" y="2159090"/>
                  </a:cubicBezTo>
                  <a:lnTo>
                    <a:pt x="0" y="2219367"/>
                  </a:lnTo>
                  <a:lnTo>
                    <a:pt x="0" y="915659"/>
                  </a:lnTo>
                  <a:lnTo>
                    <a:pt x="58609" y="828051"/>
                  </a:lnTo>
                  <a:cubicBezTo>
                    <a:pt x="177453" y="670481"/>
                    <a:pt x="325846" y="538291"/>
                    <a:pt x="590688" y="385385"/>
                  </a:cubicBezTo>
                  <a:cubicBezTo>
                    <a:pt x="1032158" y="130559"/>
                    <a:pt x="1474329" y="3750"/>
                    <a:pt x="1951393"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2A9D1364-B6A3-44CB-9FBA-C528F0CE90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9220" y="319367"/>
              <a:ext cx="5217957" cy="6100079"/>
            </a:xfrm>
            <a:custGeom>
              <a:avLst/>
              <a:gdLst>
                <a:gd name="connsiteX0" fmla="*/ 1951394 w 5217957"/>
                <a:gd name="connsiteY0" fmla="*/ 82 h 6100079"/>
                <a:gd name="connsiteX1" fmla="*/ 2855178 w 5217957"/>
                <a:gd name="connsiteY1" fmla="*/ 125419 h 6100079"/>
                <a:gd name="connsiteX2" fmla="*/ 4779341 w 5217957"/>
                <a:gd name="connsiteY2" fmla="*/ 1591542 h 6100079"/>
                <a:gd name="connsiteX3" fmla="*/ 5108574 w 5217957"/>
                <a:gd name="connsiteY3" fmla="*/ 4028416 h 6100079"/>
                <a:gd name="connsiteX4" fmla="*/ 3459359 w 5217957"/>
                <a:gd name="connsiteY4" fmla="*/ 5487716 h 6100079"/>
                <a:gd name="connsiteX5" fmla="*/ 1203275 w 5217957"/>
                <a:gd name="connsiteY5" fmla="*/ 6029534 h 6100079"/>
                <a:gd name="connsiteX6" fmla="*/ 59921 w 5217957"/>
                <a:gd name="connsiteY6" fmla="*/ 5396467 h 6100079"/>
                <a:gd name="connsiteX7" fmla="*/ 0 w 5217957"/>
                <a:gd name="connsiteY7" fmla="*/ 5333381 h 6100079"/>
                <a:gd name="connsiteX8" fmla="*/ 0 w 5217957"/>
                <a:gd name="connsiteY8" fmla="*/ 4427327 h 6100079"/>
                <a:gd name="connsiteX9" fmla="*/ 112056 w 5217957"/>
                <a:gd name="connsiteY9" fmla="*/ 4602502 h 6100079"/>
                <a:gd name="connsiteX10" fmla="*/ 443875 w 5217957"/>
                <a:gd name="connsiteY10" fmla="*/ 4989110 h 6100079"/>
                <a:gd name="connsiteX11" fmla="*/ 1348175 w 5217957"/>
                <a:gd name="connsiteY11" fmla="*/ 5488759 h 6100079"/>
                <a:gd name="connsiteX12" fmla="*/ 2221463 w 5217957"/>
                <a:gd name="connsiteY12" fmla="*/ 5461704 h 6100079"/>
                <a:gd name="connsiteX13" fmla="*/ 3179339 w 5217957"/>
                <a:gd name="connsiteY13" fmla="*/ 5003023 h 6100079"/>
                <a:gd name="connsiteX14" fmla="*/ 3599638 w 5217957"/>
                <a:gd name="connsiteY14" fmla="*/ 4775996 h 6100079"/>
                <a:gd name="connsiteX15" fmla="*/ 4259765 w 5217957"/>
                <a:gd name="connsiteY15" fmla="*/ 4374667 h 6100079"/>
                <a:gd name="connsiteX16" fmla="*/ 4567742 w 5217957"/>
                <a:gd name="connsiteY16" fmla="*/ 3883732 h 6100079"/>
                <a:gd name="connsiteX17" fmla="*/ 4631929 w 5217957"/>
                <a:gd name="connsiteY17" fmla="*/ 2833886 h 6100079"/>
                <a:gd name="connsiteX18" fmla="*/ 4296412 w 5217957"/>
                <a:gd name="connsiteY18" fmla="*/ 1874932 h 6100079"/>
                <a:gd name="connsiteX19" fmla="*/ 2710219 w 5217957"/>
                <a:gd name="connsiteY19" fmla="*/ 666410 h 6100079"/>
                <a:gd name="connsiteX20" fmla="*/ 1732642 w 5217957"/>
                <a:gd name="connsiteY20" fmla="*/ 573480 h 6100079"/>
                <a:gd name="connsiteX21" fmla="*/ 870621 w 5217957"/>
                <a:gd name="connsiteY21" fmla="*/ 870402 h 6100079"/>
                <a:gd name="connsiteX22" fmla="*/ 537555 w 5217957"/>
                <a:gd name="connsiteY22" fmla="*/ 1125324 h 6100079"/>
                <a:gd name="connsiteX23" fmla="*/ 306995 w 5217957"/>
                <a:gd name="connsiteY23" fmla="*/ 1493030 h 6100079"/>
                <a:gd name="connsiteX24" fmla="*/ 23579 w 5217957"/>
                <a:gd name="connsiteY24" fmla="*/ 1977465 h 6100079"/>
                <a:gd name="connsiteX25" fmla="*/ 0 w 5217957"/>
                <a:gd name="connsiteY25" fmla="*/ 2014291 h 6100079"/>
                <a:gd name="connsiteX26" fmla="*/ 0 w 5217957"/>
                <a:gd name="connsiteY26" fmla="*/ 915660 h 6100079"/>
                <a:gd name="connsiteX27" fmla="*/ 58609 w 5217957"/>
                <a:gd name="connsiteY27" fmla="*/ 828051 h 6100079"/>
                <a:gd name="connsiteX28" fmla="*/ 590689 w 5217957"/>
                <a:gd name="connsiteY28" fmla="*/ 385385 h 6100079"/>
                <a:gd name="connsiteX29" fmla="*/ 1951394 w 5217957"/>
                <a:gd name="connsiteY29" fmla="*/ 82 h 6100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5217957" h="6100079">
                  <a:moveTo>
                    <a:pt x="1951394" y="82"/>
                  </a:moveTo>
                  <a:cubicBezTo>
                    <a:pt x="2237632" y="-2119"/>
                    <a:pt x="2536431" y="40011"/>
                    <a:pt x="2855178" y="125419"/>
                  </a:cubicBezTo>
                  <a:cubicBezTo>
                    <a:pt x="3697704" y="351173"/>
                    <a:pt x="4370491" y="894159"/>
                    <a:pt x="4779341" y="1591542"/>
                  </a:cubicBezTo>
                  <a:cubicBezTo>
                    <a:pt x="5195535" y="2301324"/>
                    <a:pt x="5338357" y="3170855"/>
                    <a:pt x="5108574" y="4028416"/>
                  </a:cubicBezTo>
                  <a:cubicBezTo>
                    <a:pt x="4880820" y="4878406"/>
                    <a:pt x="4165604" y="5079965"/>
                    <a:pt x="3459359" y="5487716"/>
                  </a:cubicBezTo>
                  <a:cubicBezTo>
                    <a:pt x="2753115" y="5895466"/>
                    <a:pt x="2053265" y="6257288"/>
                    <a:pt x="1203275" y="6029534"/>
                  </a:cubicBezTo>
                  <a:cubicBezTo>
                    <a:pt x="739885" y="5905369"/>
                    <a:pt x="366400" y="5685345"/>
                    <a:pt x="59921" y="5396467"/>
                  </a:cubicBezTo>
                  <a:lnTo>
                    <a:pt x="0" y="5333381"/>
                  </a:lnTo>
                  <a:lnTo>
                    <a:pt x="0" y="4427327"/>
                  </a:lnTo>
                  <a:lnTo>
                    <a:pt x="112056" y="4602502"/>
                  </a:lnTo>
                  <a:cubicBezTo>
                    <a:pt x="215300" y="4749260"/>
                    <a:pt x="325419" y="4877443"/>
                    <a:pt x="443875" y="4989110"/>
                  </a:cubicBezTo>
                  <a:cubicBezTo>
                    <a:pt x="700709" y="5231113"/>
                    <a:pt x="996455" y="5394516"/>
                    <a:pt x="1348175" y="5488759"/>
                  </a:cubicBezTo>
                  <a:cubicBezTo>
                    <a:pt x="1633379" y="5565179"/>
                    <a:pt x="1910917" y="5556430"/>
                    <a:pt x="2221463" y="5461704"/>
                  </a:cubicBezTo>
                  <a:cubicBezTo>
                    <a:pt x="2541923" y="5363721"/>
                    <a:pt x="2870374" y="5181404"/>
                    <a:pt x="3179339" y="5003023"/>
                  </a:cubicBezTo>
                  <a:cubicBezTo>
                    <a:pt x="3323713" y="4919760"/>
                    <a:pt x="3463978" y="4846641"/>
                    <a:pt x="3599638" y="4775996"/>
                  </a:cubicBezTo>
                  <a:cubicBezTo>
                    <a:pt x="3862436" y="4639263"/>
                    <a:pt x="4089314" y="4521074"/>
                    <a:pt x="4259765" y="4374667"/>
                  </a:cubicBezTo>
                  <a:cubicBezTo>
                    <a:pt x="4418282" y="4238625"/>
                    <a:pt x="4513201" y="4087280"/>
                    <a:pt x="4567742" y="3883732"/>
                  </a:cubicBezTo>
                  <a:cubicBezTo>
                    <a:pt x="4660420" y="3537853"/>
                    <a:pt x="4682033" y="3184640"/>
                    <a:pt x="4631929" y="2833886"/>
                  </a:cubicBezTo>
                  <a:cubicBezTo>
                    <a:pt x="4583584" y="2494734"/>
                    <a:pt x="4470646" y="2172121"/>
                    <a:pt x="4296412" y="1874932"/>
                  </a:cubicBezTo>
                  <a:cubicBezTo>
                    <a:pt x="3944879" y="1275559"/>
                    <a:pt x="3381537" y="846289"/>
                    <a:pt x="2710219" y="666410"/>
                  </a:cubicBezTo>
                  <a:cubicBezTo>
                    <a:pt x="2349955" y="569877"/>
                    <a:pt x="2030161" y="539483"/>
                    <a:pt x="1732642" y="573480"/>
                  </a:cubicBezTo>
                  <a:cubicBezTo>
                    <a:pt x="1440866" y="606814"/>
                    <a:pt x="1158880" y="703976"/>
                    <a:pt x="870621" y="870402"/>
                  </a:cubicBezTo>
                  <a:cubicBezTo>
                    <a:pt x="670160" y="986048"/>
                    <a:pt x="589753" y="1064195"/>
                    <a:pt x="537555" y="1125324"/>
                  </a:cubicBezTo>
                  <a:cubicBezTo>
                    <a:pt x="463218" y="1212400"/>
                    <a:pt x="397708" y="1330125"/>
                    <a:pt x="306995" y="1493030"/>
                  </a:cubicBezTo>
                  <a:cubicBezTo>
                    <a:pt x="234596" y="1623167"/>
                    <a:pt x="145436" y="1783409"/>
                    <a:pt x="23579" y="1977465"/>
                  </a:cubicBezTo>
                  <a:lnTo>
                    <a:pt x="0" y="2014291"/>
                  </a:lnTo>
                  <a:lnTo>
                    <a:pt x="0" y="915660"/>
                  </a:lnTo>
                  <a:lnTo>
                    <a:pt x="58609" y="828051"/>
                  </a:lnTo>
                  <a:cubicBezTo>
                    <a:pt x="177453" y="670481"/>
                    <a:pt x="325847" y="538291"/>
                    <a:pt x="590689" y="385385"/>
                  </a:cubicBezTo>
                  <a:cubicBezTo>
                    <a:pt x="1032159" y="130559"/>
                    <a:pt x="1474330" y="3750"/>
                    <a:pt x="1951394" y="82"/>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5" name="Title 4">
            <a:extLst>
              <a:ext uri="{FF2B5EF4-FFF2-40B4-BE49-F238E27FC236}">
                <a16:creationId xmlns:a16="http://schemas.microsoft.com/office/drawing/2014/main" id="{FCD08F68-CE29-AB56-F19E-C8D3E61EEB13}"/>
              </a:ext>
            </a:extLst>
          </p:cNvPr>
          <p:cNvSpPr>
            <a:spLocks noGrp="1"/>
          </p:cNvSpPr>
          <p:nvPr>
            <p:ph type="title"/>
          </p:nvPr>
        </p:nvSpPr>
        <p:spPr>
          <a:xfrm>
            <a:off x="640080" y="1243013"/>
            <a:ext cx="3855720" cy="4371974"/>
          </a:xfrm>
        </p:spPr>
        <p:txBody>
          <a:bodyPr>
            <a:normAutofit/>
          </a:bodyPr>
          <a:lstStyle/>
          <a:p>
            <a:r>
              <a:rPr lang="en-US" sz="5000" dirty="0">
                <a:solidFill>
                  <a:schemeClr val="tx2"/>
                </a:solidFill>
              </a:rPr>
              <a:t>Until Next Time</a:t>
            </a:r>
          </a:p>
        </p:txBody>
      </p:sp>
      <p:sp>
        <p:nvSpPr>
          <p:cNvPr id="6" name="Content Placeholder 5">
            <a:extLst>
              <a:ext uri="{FF2B5EF4-FFF2-40B4-BE49-F238E27FC236}">
                <a16:creationId xmlns:a16="http://schemas.microsoft.com/office/drawing/2014/main" id="{B5EEBC8F-639C-08E4-04F2-3E938EA3EFAD}"/>
              </a:ext>
            </a:extLst>
          </p:cNvPr>
          <p:cNvSpPr>
            <a:spLocks noGrp="1"/>
          </p:cNvSpPr>
          <p:nvPr>
            <p:ph idx="1"/>
          </p:nvPr>
        </p:nvSpPr>
        <p:spPr>
          <a:xfrm>
            <a:off x="6172200" y="804672"/>
            <a:ext cx="5221224" cy="5230368"/>
          </a:xfrm>
        </p:spPr>
        <p:txBody>
          <a:bodyPr anchor="ctr">
            <a:normAutofit/>
          </a:bodyPr>
          <a:lstStyle/>
          <a:p>
            <a:pPr marL="285750" indent="-285750">
              <a:buFont typeface="Arial" panose="020B0604020202020204" pitchFamily="34" charset="0"/>
              <a:buChar char="•"/>
            </a:pPr>
            <a:r>
              <a:rPr lang="en-US" sz="3200" dirty="0">
                <a:solidFill>
                  <a:schemeClr val="tx2"/>
                </a:solidFill>
              </a:rPr>
              <a:t xml:space="preserve">Reading: </a:t>
            </a:r>
          </a:p>
          <a:p>
            <a:pPr marL="742950" lvl="1" indent="-285750"/>
            <a:r>
              <a:rPr lang="en-US" sz="2800" dirty="0" err="1">
                <a:solidFill>
                  <a:schemeClr val="tx2"/>
                </a:solidFill>
              </a:rPr>
              <a:t>VdW</a:t>
            </a:r>
            <a:r>
              <a:rPr lang="en-US" sz="2800" dirty="0">
                <a:solidFill>
                  <a:schemeClr val="tx2"/>
                </a:solidFill>
              </a:rPr>
              <a:t>: Multiplication Reasoning Strategies &amp; the Multiplication Algorithm</a:t>
            </a:r>
          </a:p>
          <a:p>
            <a:pPr marL="742950" lvl="1" indent="-285750"/>
            <a:r>
              <a:rPr lang="en-US" sz="2800" dirty="0">
                <a:solidFill>
                  <a:schemeClr val="tx2"/>
                </a:solidFill>
              </a:rPr>
              <a:t>Grade 3 – 5 vertical articulation (Read 1st)</a:t>
            </a:r>
          </a:p>
          <a:p>
            <a:pPr marL="285750" indent="-285750"/>
            <a:r>
              <a:rPr lang="en-US" sz="3200" dirty="0">
                <a:solidFill>
                  <a:schemeClr val="tx2"/>
                </a:solidFill>
              </a:rPr>
              <a:t xml:space="preserve">Lesson Plan 3 Final Draft due Wed. </a:t>
            </a:r>
          </a:p>
          <a:p>
            <a:pPr marL="285750" indent="-285750"/>
            <a:r>
              <a:rPr lang="en-US" sz="3200" dirty="0">
                <a:solidFill>
                  <a:schemeClr val="tx2"/>
                </a:solidFill>
              </a:rPr>
              <a:t xml:space="preserve">Lesson Analysis Lesson 2 due Sun. </a:t>
            </a:r>
          </a:p>
          <a:p>
            <a:pPr marL="0" indent="0">
              <a:buNone/>
            </a:pPr>
            <a:endParaRPr lang="en-US" sz="3200" dirty="0">
              <a:solidFill>
                <a:schemeClr val="tx2"/>
              </a:solidFill>
            </a:endParaRPr>
          </a:p>
          <a:p>
            <a:endParaRPr lang="en-US" sz="3200" dirty="0">
              <a:solidFill>
                <a:schemeClr val="tx2"/>
              </a:solidFill>
            </a:endParaRPr>
          </a:p>
        </p:txBody>
      </p:sp>
    </p:spTree>
    <p:extLst>
      <p:ext uri="{BB962C8B-B14F-4D97-AF65-F5344CB8AC3E}">
        <p14:creationId xmlns:p14="http://schemas.microsoft.com/office/powerpoint/2010/main" val="20096691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6DBF50F6-DD88-4D9F-B7D3-79B9899809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916BBDC2-6929-469E-B7C4-A03E77BF94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8E1129-6520-137B-9F54-EEA6152BD3D0}"/>
              </a:ext>
            </a:extLst>
          </p:cNvPr>
          <p:cNvSpPr>
            <a:spLocks noGrp="1"/>
          </p:cNvSpPr>
          <p:nvPr>
            <p:ph type="title"/>
          </p:nvPr>
        </p:nvSpPr>
        <p:spPr>
          <a:xfrm>
            <a:off x="804672" y="5434228"/>
            <a:ext cx="10640754" cy="775845"/>
          </a:xfrm>
        </p:spPr>
        <p:txBody>
          <a:bodyPr vert="horz" lIns="91440" tIns="45720" rIns="91440" bIns="45720" rtlCol="0" anchor="ctr">
            <a:normAutofit fontScale="90000"/>
          </a:bodyPr>
          <a:lstStyle/>
          <a:p>
            <a:r>
              <a:rPr lang="en-US" sz="4000" kern="1200" dirty="0">
                <a:solidFill>
                  <a:schemeClr val="tx2"/>
                </a:solidFill>
                <a:latin typeface="+mj-lt"/>
                <a:ea typeface="+mj-ea"/>
                <a:cs typeface="+mj-cs"/>
              </a:rPr>
              <a:t xml:space="preserve">Commutative Property: 10 groups of 4 equals 4 groups of 10 </a:t>
            </a:r>
          </a:p>
        </p:txBody>
      </p:sp>
      <p:sp>
        <p:nvSpPr>
          <p:cNvPr id="3" name="Text Placeholder 2">
            <a:extLst>
              <a:ext uri="{FF2B5EF4-FFF2-40B4-BE49-F238E27FC236}">
                <a16:creationId xmlns:a16="http://schemas.microsoft.com/office/drawing/2014/main" id="{97317443-B9A4-355A-9DC1-FD23245E3CA8}"/>
              </a:ext>
            </a:extLst>
          </p:cNvPr>
          <p:cNvSpPr>
            <a:spLocks noGrp="1"/>
          </p:cNvSpPr>
          <p:nvPr>
            <p:ph type="body" idx="1"/>
          </p:nvPr>
        </p:nvSpPr>
        <p:spPr>
          <a:xfrm>
            <a:off x="804672" y="4980231"/>
            <a:ext cx="9163757" cy="450447"/>
          </a:xfrm>
        </p:spPr>
        <p:txBody>
          <a:bodyPr vert="horz" lIns="91440" tIns="45720" rIns="91440" bIns="45720" rtlCol="0" anchor="ctr">
            <a:normAutofit/>
          </a:bodyPr>
          <a:lstStyle/>
          <a:p>
            <a:endParaRPr lang="en-US" sz="2000" kern="1200">
              <a:solidFill>
                <a:schemeClr val="tx2"/>
              </a:solidFill>
              <a:latin typeface="+mn-lt"/>
              <a:ea typeface="+mn-ea"/>
              <a:cs typeface="+mn-cs"/>
            </a:endParaRPr>
          </a:p>
        </p:txBody>
      </p:sp>
      <p:grpSp>
        <p:nvGrpSpPr>
          <p:cNvPr id="17" name="Group 16">
            <a:extLst>
              <a:ext uri="{FF2B5EF4-FFF2-40B4-BE49-F238E27FC236}">
                <a16:creationId xmlns:a16="http://schemas.microsoft.com/office/drawing/2014/main" id="{C344E6B5-C9F5-4338-9E33-003B123731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176402" y="170309"/>
            <a:ext cx="2514948" cy="2174333"/>
            <a:chOff x="-305" y="-4155"/>
            <a:chExt cx="2514948" cy="2174333"/>
          </a:xfrm>
        </p:grpSpPr>
        <p:sp>
          <p:nvSpPr>
            <p:cNvPr id="18" name="Freeform: Shape 17">
              <a:extLst>
                <a:ext uri="{FF2B5EF4-FFF2-40B4-BE49-F238E27FC236}">
                  <a16:creationId xmlns:a16="http://schemas.microsoft.com/office/drawing/2014/main" id="{C90B0F8D-9E81-4DE8-95D5-1A26E9390D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8">
              <a:extLst>
                <a:ext uri="{FF2B5EF4-FFF2-40B4-BE49-F238E27FC236}">
                  <a16:creationId xmlns:a16="http://schemas.microsoft.com/office/drawing/2014/main" id="{830BA43A-83E9-4C67-92A6-F247FB3700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92F3A0CC-EBFE-405D-B0C0-27DE361ED5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1" name="Freeform: Shape 20">
              <a:extLst>
                <a:ext uri="{FF2B5EF4-FFF2-40B4-BE49-F238E27FC236}">
                  <a16:creationId xmlns:a16="http://schemas.microsoft.com/office/drawing/2014/main" id="{DF2E853E-B55A-4FFD-B90E-6FB4F31BD5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8" name="Picture 7" descr="A group of colorful stars  Description automatically generated">
            <a:extLst>
              <a:ext uri="{FF2B5EF4-FFF2-40B4-BE49-F238E27FC236}">
                <a16:creationId xmlns:a16="http://schemas.microsoft.com/office/drawing/2014/main" id="{08F387C2-C547-982D-840E-26956728D367}"/>
              </a:ext>
            </a:extLst>
          </p:cNvPr>
          <p:cNvPicPr>
            <a:picLocks noChangeAspect="1"/>
          </p:cNvPicPr>
          <p:nvPr/>
        </p:nvPicPr>
        <p:blipFill>
          <a:blip r:embed="rId2"/>
          <a:stretch>
            <a:fillRect/>
          </a:stretch>
        </p:blipFill>
        <p:spPr>
          <a:xfrm>
            <a:off x="984411" y="1009153"/>
            <a:ext cx="10514715" cy="3969303"/>
          </a:xfrm>
          <a:prstGeom prst="rect">
            <a:avLst/>
          </a:prstGeom>
        </p:spPr>
      </p:pic>
      <p:sp>
        <p:nvSpPr>
          <p:cNvPr id="4" name="Date Placeholder 3">
            <a:extLst>
              <a:ext uri="{FF2B5EF4-FFF2-40B4-BE49-F238E27FC236}">
                <a16:creationId xmlns:a16="http://schemas.microsoft.com/office/drawing/2014/main" id="{F8747399-3EE5-A89F-CDCB-4338DCA91554}"/>
              </a:ext>
            </a:extLst>
          </p:cNvPr>
          <p:cNvSpPr>
            <a:spLocks noGrp="1"/>
          </p:cNvSpPr>
          <p:nvPr>
            <p:ph type="dt" sz="half" idx="10"/>
          </p:nvPr>
        </p:nvSpPr>
        <p:spPr>
          <a:xfrm>
            <a:off x="804672" y="6356350"/>
            <a:ext cx="2743200" cy="365125"/>
          </a:xfrm>
        </p:spPr>
        <p:txBody>
          <a:bodyPr vert="horz" lIns="91440" tIns="45720" rIns="91440" bIns="45720" rtlCol="0" anchor="ctr">
            <a:normAutofit/>
          </a:bodyPr>
          <a:lstStyle/>
          <a:p>
            <a:pPr>
              <a:spcAft>
                <a:spcPts val="600"/>
              </a:spcAft>
            </a:pPr>
            <a:r>
              <a:rPr lang="en-US"/>
              <a:t>3/28/2022</a:t>
            </a:r>
          </a:p>
        </p:txBody>
      </p:sp>
      <p:sp>
        <p:nvSpPr>
          <p:cNvPr id="5" name="Footer Placeholder 4">
            <a:extLst>
              <a:ext uri="{FF2B5EF4-FFF2-40B4-BE49-F238E27FC236}">
                <a16:creationId xmlns:a16="http://schemas.microsoft.com/office/drawing/2014/main" id="{62703EAA-208A-759F-168A-635A7E769177}"/>
              </a:ext>
            </a:extLst>
          </p:cNvPr>
          <p:cNvSpPr>
            <a:spLocks noGrp="1"/>
          </p:cNvSpPr>
          <p:nvPr>
            <p:ph type="ftr" sz="quarter" idx="11"/>
          </p:nvPr>
        </p:nvSpPr>
        <p:spPr>
          <a:xfrm>
            <a:off x="4038600" y="6356350"/>
            <a:ext cx="4114800" cy="365125"/>
          </a:xfrm>
        </p:spPr>
        <p:txBody>
          <a:bodyPr vert="horz" lIns="91440" tIns="45720" rIns="91440" bIns="45720" rtlCol="0" anchor="ctr">
            <a:normAutofit/>
          </a:bodyPr>
          <a:lstStyle/>
          <a:p>
            <a:pPr>
              <a:spcAft>
                <a:spcPts val="600"/>
              </a:spcAft>
            </a:pPr>
            <a:r>
              <a:rPr lang="en-US" kern="1200">
                <a:solidFill>
                  <a:schemeClr val="tx1">
                    <a:tint val="75000"/>
                  </a:schemeClr>
                </a:solidFill>
                <a:latin typeface="+mn-lt"/>
                <a:ea typeface="+mn-ea"/>
                <a:cs typeface="+mn-cs"/>
              </a:rPr>
              <a:t>E343 Spring 2022</a:t>
            </a:r>
          </a:p>
        </p:txBody>
      </p:sp>
      <p:grpSp>
        <p:nvGrpSpPr>
          <p:cNvPr id="23" name="Group 22">
            <a:extLst>
              <a:ext uri="{FF2B5EF4-FFF2-40B4-BE49-F238E27FC236}">
                <a16:creationId xmlns:a16="http://schemas.microsoft.com/office/drawing/2014/main" id="{FDFEDBF7-8E2C-46B8-9095-AE1D77E2177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130554" y="4560733"/>
            <a:ext cx="3061445" cy="2297266"/>
            <a:chOff x="-305" y="-1"/>
            <a:chExt cx="3832880" cy="2876136"/>
          </a:xfrm>
        </p:grpSpPr>
        <p:sp>
          <p:nvSpPr>
            <p:cNvPr id="24" name="Freeform: Shape 23">
              <a:extLst>
                <a:ext uri="{FF2B5EF4-FFF2-40B4-BE49-F238E27FC236}">
                  <a16:creationId xmlns:a16="http://schemas.microsoft.com/office/drawing/2014/main" id="{60202872-FBB0-4F11-BC49-9FB400B212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0DEB2F40-D411-4D44-9638-AE0342C7F81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507F7D91-A991-4196-AF73-327E04B562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Freeform: Shape 26">
              <a:extLst>
                <a:ext uri="{FF2B5EF4-FFF2-40B4-BE49-F238E27FC236}">
                  <a16:creationId xmlns:a16="http://schemas.microsoft.com/office/drawing/2014/main" id="{178739A9-E67C-40E5-9468-0A68AEC54E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Slide Number Placeholder 5">
            <a:extLst>
              <a:ext uri="{FF2B5EF4-FFF2-40B4-BE49-F238E27FC236}">
                <a16:creationId xmlns:a16="http://schemas.microsoft.com/office/drawing/2014/main" id="{E789E37E-8B77-3E1E-B8F6-82D271ABA165}"/>
              </a:ext>
            </a:extLst>
          </p:cNvPr>
          <p:cNvSpPr>
            <a:spLocks noGrp="1"/>
          </p:cNvSpPr>
          <p:nvPr>
            <p:ph type="sldNum" sz="quarter" idx="12"/>
          </p:nvPr>
        </p:nvSpPr>
        <p:spPr>
          <a:xfrm>
            <a:off x="8610600" y="6356350"/>
            <a:ext cx="2743200" cy="365125"/>
          </a:xfrm>
        </p:spPr>
        <p:txBody>
          <a:bodyPr vert="horz" lIns="91440" tIns="45720" rIns="91440" bIns="45720" rtlCol="0" anchor="ctr">
            <a:normAutofit/>
          </a:bodyPr>
          <a:lstStyle/>
          <a:p>
            <a:pPr>
              <a:spcAft>
                <a:spcPts val="600"/>
              </a:spcAft>
            </a:pPr>
            <a:fld id="{92E776D5-2F1F-AF4D-ADBD-1B3DDD23E66C}" type="slidenum">
              <a:rPr lang="en-US" smtClean="0"/>
              <a:pPr>
                <a:spcAft>
                  <a:spcPts val="600"/>
                </a:spcAft>
              </a:pPr>
              <a:t>21</a:t>
            </a:fld>
            <a:endParaRPr lang="en-US"/>
          </a:p>
        </p:txBody>
      </p:sp>
    </p:spTree>
    <p:extLst>
      <p:ext uri="{BB962C8B-B14F-4D97-AF65-F5344CB8AC3E}">
        <p14:creationId xmlns:p14="http://schemas.microsoft.com/office/powerpoint/2010/main" val="2891546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11405</TotalTime>
  <Words>527</Words>
  <Application>Microsoft Macintosh PowerPoint</Application>
  <PresentationFormat>Widescreen</PresentationFormat>
  <Paragraphs>108</Paragraphs>
  <Slides>21</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Cambria Math</vt:lpstr>
      <vt:lpstr>Office Theme</vt:lpstr>
      <vt:lpstr>E343: Week 11 Day 1</vt:lpstr>
      <vt:lpstr>Agenda</vt:lpstr>
      <vt:lpstr>Problem Types and Unknown Parts, Unit 3 Packet P. 18</vt:lpstr>
      <vt:lpstr>PowerPoint Presentation</vt:lpstr>
      <vt:lpstr>Commutative Property: Area Model</vt:lpstr>
      <vt:lpstr>Doubling</vt:lpstr>
      <vt:lpstr>Add a Group (Distributive Property)</vt:lpstr>
      <vt:lpstr>Making Bases from N101</vt:lpstr>
      <vt:lpstr>Break Apart (Distributive Property)</vt:lpstr>
      <vt:lpstr>Remember: What is a Number Talk?</vt:lpstr>
      <vt:lpstr>Let’s do a number talk</vt:lpstr>
      <vt:lpstr>PowerPoint Presentation</vt:lpstr>
      <vt:lpstr>PowerPoint Presentation</vt:lpstr>
      <vt:lpstr>Create an Instructional Plan Unit 3 Packet, p. 25-29</vt:lpstr>
      <vt:lpstr>PowerPoint Presentation</vt:lpstr>
      <vt:lpstr>PowerPoint Presentation</vt:lpstr>
      <vt:lpstr>PowerPoint Presentation</vt:lpstr>
      <vt:lpstr>PowerPoint Presentation</vt:lpstr>
      <vt:lpstr>PowerPoint Presentation</vt:lpstr>
      <vt:lpstr>Until Next Time</vt:lpstr>
      <vt:lpstr>Commutative Property: 10 groups of 4 equals 4 groups of 10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Comparing Higher and Lower Cognitive Demand Tasks</dc:title>
  <dc:creator>Microsoft Office User</dc:creator>
  <cp:lastModifiedBy>Tillema, Erik</cp:lastModifiedBy>
  <cp:revision>41</cp:revision>
  <dcterms:created xsi:type="dcterms:W3CDTF">2019-03-05T07:42:18Z</dcterms:created>
  <dcterms:modified xsi:type="dcterms:W3CDTF">2025-11-03T14:25:33Z</dcterms:modified>
</cp:coreProperties>
</file>